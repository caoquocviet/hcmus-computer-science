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4C8"/>
    <a:srgbClr val="134151"/>
    <a:srgbClr val="7F9B3F"/>
    <a:srgbClr val="0000DA"/>
    <a:srgbClr val="000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96" autoAdjust="0"/>
    <p:restoredTop sz="94660"/>
  </p:normalViewPr>
  <p:slideViewPr>
    <p:cSldViewPr snapToGrid="0">
      <p:cViewPr>
        <p:scale>
          <a:sx n="125" d="100"/>
          <a:sy n="125" d="100"/>
        </p:scale>
        <p:origin x="60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F8B3-8098-9820-1DCB-BFE138D4B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49FD0-4DA5-7366-9843-7042DDA3A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C04F1-B67C-7B2A-1EFA-1374F0BD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C8BC6-814F-96AE-ACFC-0F7F7400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E4C02-4ECB-2131-6B94-EF0579DD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106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7102-A5B1-7B17-16F4-E652DE6E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FB091-AD49-1CE9-27C2-F9A132C2B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FD76C-029C-EAAB-AE49-65772BFB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9D30C-A5D1-3F25-0140-6146D058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D0F4B-D374-E81E-ABC9-49F0FC15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035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3ED1-E5D4-E6AF-BDD1-EC85883C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9A52D-CCA9-43ED-F5B8-A289B29C1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70D31-3D9A-C862-83A7-F4DC848D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01C19-A114-BD53-84DE-B336A13C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F1392-2AF5-BFF0-3965-71FC97C3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507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25FE-B979-5BEA-6A36-C4C2DA9D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152E2-2972-AF89-EA8A-B076B2DBD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EC823-8D4D-E954-E002-A8C3B278D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B4C93-8E7A-2934-E4D4-AB625BCA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E0995-C156-AB1C-E7B7-27A460C3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DDDB8-587D-D111-DD11-C7A26263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692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8912-53BA-97C2-B2CD-8F79F6603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9F03-25D4-B914-BAB8-0140C5CD8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A2B2D-DF62-AF44-E600-1D86F8BC5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E5935-44CC-D5F5-C622-FCA40D4BE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CA956-464D-2351-ECE3-A8BC06216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51C46-8978-FB3E-1D1E-15AEED71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4DDC4-BF23-F98A-57F2-725D5A1B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679F1-CC41-ABC4-2E36-9C2DC77D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4585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0309-8F5C-62C8-84EC-AFDF3B5E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AE9D8-7907-B222-ED99-4AC6462D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F67CF-54A6-D7BB-F44D-E9F1196F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EA87B-83CC-EECF-C604-750EEF1A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56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F7A94-56A6-E04D-6477-99DB38C6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40EB2-0078-E733-B36D-14ED4F3F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6698E-E484-F584-1E14-A0A39272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1933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CBAD-A211-410B-3484-CC40ECBA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0C965-F698-5991-C3E1-46DDD3E6D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7D01A-7603-C6BD-627C-DBE510FDB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D317-7D28-81F7-F7A1-6F17F465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5ED23-0036-4A80-AB59-8CB00853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39243-A3A9-3288-7BFF-05A27AF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7073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BF4C-B534-2703-D341-63C0C1575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B267C-1804-A524-2050-26869A92C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00EC8-F4E7-CB9A-1952-05CB388BB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7FC73-FD03-543F-8847-51D2FA3D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8EECD-3CF1-43E9-77E9-A4380890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3A790-17FC-272A-EEDC-17E62952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760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BB28-7421-EBC0-1777-9F3B20BB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63FFF-0CE3-DA61-3279-7B62616B3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D681C-B05E-50A6-16EC-83EC1C5E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D22C-6B7D-55A2-5638-2E89B6F8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5D96E-FEC1-284D-F99E-AEBCC916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03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D1B7D-7F07-9F1B-7C2E-B1DC76681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D0AAD-323A-7FD8-1D31-526F77286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9D30E-276F-72B6-D5BD-0F5A4654B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213DB-708B-6684-88A0-C9B5568F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40C2F-4CE8-2E53-7FD8-446F76A7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376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062D3-F6A8-51BE-0407-5C9AEB356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89EDC-ABFD-E115-8AA9-E18199CAF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6B36D-0F2A-4E63-0FE5-049886B74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04DB5-9C2D-447E-BF84-5044C700C488}" type="datetimeFigureOut">
              <a:rPr lang="vi-VN" smtClean="0"/>
              <a:t>13/04/2023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F11B6-7684-E0EA-9E02-E4FED08C9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D8C76-AB5B-95A9-58B2-8686092AE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E1A5E-B25C-46E2-BBE7-8C82AFCA56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947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1" name="Group 3090">
            <a:extLst>
              <a:ext uri="{FF2B5EF4-FFF2-40B4-BE49-F238E27FC236}">
                <a16:creationId xmlns:a16="http://schemas.microsoft.com/office/drawing/2014/main" id="{2816424C-0BC2-B0F1-DC1A-0D497C5B3555}"/>
              </a:ext>
            </a:extLst>
          </p:cNvPr>
          <p:cNvGrpSpPr/>
          <p:nvPr/>
        </p:nvGrpSpPr>
        <p:grpSpPr>
          <a:xfrm>
            <a:off x="8143045" y="1704226"/>
            <a:ext cx="3034543" cy="2902293"/>
            <a:chOff x="375011" y="261405"/>
            <a:chExt cx="2600294" cy="3026819"/>
          </a:xfrm>
        </p:grpSpPr>
        <p:grpSp>
          <p:nvGrpSpPr>
            <p:cNvPr id="5" name="Google Shape;13588;p91">
              <a:extLst>
                <a:ext uri="{FF2B5EF4-FFF2-40B4-BE49-F238E27FC236}">
                  <a16:creationId xmlns:a16="http://schemas.microsoft.com/office/drawing/2014/main" id="{B477AD9D-2C2E-4FB7-2068-C2AE6EAA2A21}"/>
                </a:ext>
              </a:extLst>
            </p:cNvPr>
            <p:cNvGrpSpPr/>
            <p:nvPr/>
          </p:nvGrpSpPr>
          <p:grpSpPr>
            <a:xfrm>
              <a:off x="377389" y="268173"/>
              <a:ext cx="539378" cy="461203"/>
              <a:chOff x="7636443" y="1204988"/>
              <a:chExt cx="804565" cy="677795"/>
            </a:xfrm>
          </p:grpSpPr>
          <p:grpSp>
            <p:nvGrpSpPr>
              <p:cNvPr id="6" name="Google Shape;13589;p91">
                <a:extLst>
                  <a:ext uri="{FF2B5EF4-FFF2-40B4-BE49-F238E27FC236}">
                    <a16:creationId xmlns:a16="http://schemas.microsoft.com/office/drawing/2014/main" id="{4FF970A9-412E-2CB0-521B-9CE1C5B9335D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16" name="Google Shape;13590;p91">
                  <a:extLst>
                    <a:ext uri="{FF2B5EF4-FFF2-40B4-BE49-F238E27FC236}">
                      <a16:creationId xmlns:a16="http://schemas.microsoft.com/office/drawing/2014/main" id="{41286705-6B81-97A3-1A86-B802808405ED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" name="Google Shape;13591;p91">
                  <a:extLst>
                    <a:ext uri="{FF2B5EF4-FFF2-40B4-BE49-F238E27FC236}">
                      <a16:creationId xmlns:a16="http://schemas.microsoft.com/office/drawing/2014/main" id="{1BE2D589-AC1E-0B6F-771B-1CC4F32846CA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" name="Google Shape;13592;p91">
                <a:extLst>
                  <a:ext uri="{FF2B5EF4-FFF2-40B4-BE49-F238E27FC236}">
                    <a16:creationId xmlns:a16="http://schemas.microsoft.com/office/drawing/2014/main" id="{2B18ABCD-23BF-176B-20C2-AE2ADF86A602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14" name="Google Shape;13593;p91">
                  <a:extLst>
                    <a:ext uri="{FF2B5EF4-FFF2-40B4-BE49-F238E27FC236}">
                      <a16:creationId xmlns:a16="http://schemas.microsoft.com/office/drawing/2014/main" id="{9FBAC226-CA40-8C02-1441-F23359C9DE86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3594;p91">
                  <a:extLst>
                    <a:ext uri="{FF2B5EF4-FFF2-40B4-BE49-F238E27FC236}">
                      <a16:creationId xmlns:a16="http://schemas.microsoft.com/office/drawing/2014/main" id="{EF8AE560-F125-B233-AC71-B478FA316EEF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" name="Google Shape;13595;p91">
                <a:extLst>
                  <a:ext uri="{FF2B5EF4-FFF2-40B4-BE49-F238E27FC236}">
                    <a16:creationId xmlns:a16="http://schemas.microsoft.com/office/drawing/2014/main" id="{191EA78E-C2A5-3191-4A3D-87615F53BBD7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12" name="Google Shape;13596;p91">
                  <a:extLst>
                    <a:ext uri="{FF2B5EF4-FFF2-40B4-BE49-F238E27FC236}">
                      <a16:creationId xmlns:a16="http://schemas.microsoft.com/office/drawing/2014/main" id="{9D25E185-A322-CC6C-7B57-050F64703272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13" name="Google Shape;13597;p91">
                  <a:extLst>
                    <a:ext uri="{FF2B5EF4-FFF2-40B4-BE49-F238E27FC236}">
                      <a16:creationId xmlns:a16="http://schemas.microsoft.com/office/drawing/2014/main" id="{43AD8F47-47CE-F24E-CA0D-FAD73D6F018F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9" name="Google Shape;13598;p91">
                <a:extLst>
                  <a:ext uri="{FF2B5EF4-FFF2-40B4-BE49-F238E27FC236}">
                    <a16:creationId xmlns:a16="http://schemas.microsoft.com/office/drawing/2014/main" id="{5CA18E4D-0EA8-077F-338C-66C8129FCE65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10" name="Google Shape;13599;p91">
                  <a:extLst>
                    <a:ext uri="{FF2B5EF4-FFF2-40B4-BE49-F238E27FC236}">
                      <a16:creationId xmlns:a16="http://schemas.microsoft.com/office/drawing/2014/main" id="{6E341B9A-A9A9-7515-251E-8928094D28DE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11" name="Google Shape;13600;p91">
                  <a:extLst>
                    <a:ext uri="{FF2B5EF4-FFF2-40B4-BE49-F238E27FC236}">
                      <a16:creationId xmlns:a16="http://schemas.microsoft.com/office/drawing/2014/main" id="{174993CD-57D1-5ECD-E2D6-94E3B54016F8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" name="Google Shape;13588;p91">
              <a:extLst>
                <a:ext uri="{FF2B5EF4-FFF2-40B4-BE49-F238E27FC236}">
                  <a16:creationId xmlns:a16="http://schemas.microsoft.com/office/drawing/2014/main" id="{3323F8F4-D6A1-473C-8D89-BF970261B73D}"/>
                </a:ext>
              </a:extLst>
            </p:cNvPr>
            <p:cNvGrpSpPr/>
            <p:nvPr/>
          </p:nvGrpSpPr>
          <p:grpSpPr>
            <a:xfrm>
              <a:off x="1086249" y="2294873"/>
              <a:ext cx="539378" cy="461203"/>
              <a:chOff x="7636443" y="1204988"/>
              <a:chExt cx="804565" cy="677795"/>
            </a:xfrm>
          </p:grpSpPr>
          <p:grpSp>
            <p:nvGrpSpPr>
              <p:cNvPr id="32" name="Google Shape;13589;p91">
                <a:extLst>
                  <a:ext uri="{FF2B5EF4-FFF2-40B4-BE49-F238E27FC236}">
                    <a16:creationId xmlns:a16="http://schemas.microsoft.com/office/drawing/2014/main" id="{8A369420-EEAB-D2FA-0A79-4D1C5C3E3D0B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42" name="Google Shape;13590;p91">
                  <a:extLst>
                    <a:ext uri="{FF2B5EF4-FFF2-40B4-BE49-F238E27FC236}">
                      <a16:creationId xmlns:a16="http://schemas.microsoft.com/office/drawing/2014/main" id="{94ECAB8F-78FF-20A8-E0DC-12B685EEB663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3" name="Google Shape;13591;p91">
                  <a:extLst>
                    <a:ext uri="{FF2B5EF4-FFF2-40B4-BE49-F238E27FC236}">
                      <a16:creationId xmlns:a16="http://schemas.microsoft.com/office/drawing/2014/main" id="{B01E1CF7-6AA2-3132-6FD6-B47A6039DDCE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" name="Google Shape;13592;p91">
                <a:extLst>
                  <a:ext uri="{FF2B5EF4-FFF2-40B4-BE49-F238E27FC236}">
                    <a16:creationId xmlns:a16="http://schemas.microsoft.com/office/drawing/2014/main" id="{82044BDF-9CBD-CF44-B0AA-BA1D058CEBD5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40" name="Google Shape;13593;p91">
                  <a:extLst>
                    <a:ext uri="{FF2B5EF4-FFF2-40B4-BE49-F238E27FC236}">
                      <a16:creationId xmlns:a16="http://schemas.microsoft.com/office/drawing/2014/main" id="{1261D3B8-D96D-F506-A66B-E10ABFC05604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13594;p91">
                  <a:extLst>
                    <a:ext uri="{FF2B5EF4-FFF2-40B4-BE49-F238E27FC236}">
                      <a16:creationId xmlns:a16="http://schemas.microsoft.com/office/drawing/2014/main" id="{C2DCEDF2-C276-65D3-87E3-F5264A8D7076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" name="Google Shape;13595;p91">
                <a:extLst>
                  <a:ext uri="{FF2B5EF4-FFF2-40B4-BE49-F238E27FC236}">
                    <a16:creationId xmlns:a16="http://schemas.microsoft.com/office/drawing/2014/main" id="{28106A7A-E53F-257B-4EC7-DBDFAFB2D52A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38" name="Google Shape;13596;p91">
                  <a:extLst>
                    <a:ext uri="{FF2B5EF4-FFF2-40B4-BE49-F238E27FC236}">
                      <a16:creationId xmlns:a16="http://schemas.microsoft.com/office/drawing/2014/main" id="{8C559D24-632C-0D30-B5FA-BF18F7822C4F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39" name="Google Shape;13597;p91">
                  <a:extLst>
                    <a:ext uri="{FF2B5EF4-FFF2-40B4-BE49-F238E27FC236}">
                      <a16:creationId xmlns:a16="http://schemas.microsoft.com/office/drawing/2014/main" id="{59CA542C-BD34-E0A5-01FD-3BEEFF4E5723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35" name="Google Shape;13598;p91">
                <a:extLst>
                  <a:ext uri="{FF2B5EF4-FFF2-40B4-BE49-F238E27FC236}">
                    <a16:creationId xmlns:a16="http://schemas.microsoft.com/office/drawing/2014/main" id="{2E7B50BD-8F91-8752-1DB8-6DC1F86EC55E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36" name="Google Shape;13599;p91">
                  <a:extLst>
                    <a:ext uri="{FF2B5EF4-FFF2-40B4-BE49-F238E27FC236}">
                      <a16:creationId xmlns:a16="http://schemas.microsoft.com/office/drawing/2014/main" id="{462938A0-691E-3F2E-05A1-FEC1634BC0BC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37" name="Google Shape;13600;p91">
                  <a:extLst>
                    <a:ext uri="{FF2B5EF4-FFF2-40B4-BE49-F238E27FC236}">
                      <a16:creationId xmlns:a16="http://schemas.microsoft.com/office/drawing/2014/main" id="{2D106170-6466-1091-43BC-55CF580C07E5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4" name="Google Shape;13588;p91">
              <a:extLst>
                <a:ext uri="{FF2B5EF4-FFF2-40B4-BE49-F238E27FC236}">
                  <a16:creationId xmlns:a16="http://schemas.microsoft.com/office/drawing/2014/main" id="{699972E7-562D-3398-8238-5FE0B4B08A7F}"/>
                </a:ext>
              </a:extLst>
            </p:cNvPr>
            <p:cNvGrpSpPr/>
            <p:nvPr/>
          </p:nvGrpSpPr>
          <p:grpSpPr>
            <a:xfrm>
              <a:off x="378343" y="1800927"/>
              <a:ext cx="539378" cy="461203"/>
              <a:chOff x="7636443" y="1204988"/>
              <a:chExt cx="804565" cy="677795"/>
            </a:xfrm>
          </p:grpSpPr>
          <p:grpSp>
            <p:nvGrpSpPr>
              <p:cNvPr id="45" name="Google Shape;13589;p91">
                <a:extLst>
                  <a:ext uri="{FF2B5EF4-FFF2-40B4-BE49-F238E27FC236}">
                    <a16:creationId xmlns:a16="http://schemas.microsoft.com/office/drawing/2014/main" id="{2E059435-B535-C8A1-4526-E212C030427A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55" name="Google Shape;13590;p91">
                  <a:extLst>
                    <a:ext uri="{FF2B5EF4-FFF2-40B4-BE49-F238E27FC236}">
                      <a16:creationId xmlns:a16="http://schemas.microsoft.com/office/drawing/2014/main" id="{85DD4759-01C9-41EF-734E-10EC6E2C5DC0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6" name="Google Shape;13591;p91">
                  <a:extLst>
                    <a:ext uri="{FF2B5EF4-FFF2-40B4-BE49-F238E27FC236}">
                      <a16:creationId xmlns:a16="http://schemas.microsoft.com/office/drawing/2014/main" id="{9E3A861F-BAE2-5B4E-4F25-51C31ACF35CE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" name="Google Shape;13592;p91">
                <a:extLst>
                  <a:ext uri="{FF2B5EF4-FFF2-40B4-BE49-F238E27FC236}">
                    <a16:creationId xmlns:a16="http://schemas.microsoft.com/office/drawing/2014/main" id="{255428CD-FFC3-4EA2-3265-6DBFE465BC5D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53" name="Google Shape;13593;p91">
                  <a:extLst>
                    <a:ext uri="{FF2B5EF4-FFF2-40B4-BE49-F238E27FC236}">
                      <a16:creationId xmlns:a16="http://schemas.microsoft.com/office/drawing/2014/main" id="{C19026B1-05C5-C015-849B-132BD9382619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13594;p91">
                  <a:extLst>
                    <a:ext uri="{FF2B5EF4-FFF2-40B4-BE49-F238E27FC236}">
                      <a16:creationId xmlns:a16="http://schemas.microsoft.com/office/drawing/2014/main" id="{88ED1E85-465E-4E2B-3F8B-69964E3D2B56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" name="Google Shape;13595;p91">
                <a:extLst>
                  <a:ext uri="{FF2B5EF4-FFF2-40B4-BE49-F238E27FC236}">
                    <a16:creationId xmlns:a16="http://schemas.microsoft.com/office/drawing/2014/main" id="{1EAF842C-3352-3D51-43D6-CDE2D91A3E48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51" name="Google Shape;13596;p91">
                  <a:extLst>
                    <a:ext uri="{FF2B5EF4-FFF2-40B4-BE49-F238E27FC236}">
                      <a16:creationId xmlns:a16="http://schemas.microsoft.com/office/drawing/2014/main" id="{C9C188C8-723D-CF85-62AE-AFE6CA4ECD4A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52" name="Google Shape;13597;p91">
                  <a:extLst>
                    <a:ext uri="{FF2B5EF4-FFF2-40B4-BE49-F238E27FC236}">
                      <a16:creationId xmlns:a16="http://schemas.microsoft.com/office/drawing/2014/main" id="{4B2A5BF3-614F-F91D-E86D-2772B3B7AD12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48" name="Google Shape;13598;p91">
                <a:extLst>
                  <a:ext uri="{FF2B5EF4-FFF2-40B4-BE49-F238E27FC236}">
                    <a16:creationId xmlns:a16="http://schemas.microsoft.com/office/drawing/2014/main" id="{66DF7ACF-EA41-CC29-11CF-B2D2AEC65688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49" name="Google Shape;13599;p91">
                  <a:extLst>
                    <a:ext uri="{FF2B5EF4-FFF2-40B4-BE49-F238E27FC236}">
                      <a16:creationId xmlns:a16="http://schemas.microsoft.com/office/drawing/2014/main" id="{1F870362-6132-7476-61EC-55C63DF96CD7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50" name="Google Shape;13600;p91">
                  <a:extLst>
                    <a:ext uri="{FF2B5EF4-FFF2-40B4-BE49-F238E27FC236}">
                      <a16:creationId xmlns:a16="http://schemas.microsoft.com/office/drawing/2014/main" id="{EDDBB1EA-917E-C55C-F852-328F008FC755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0" name="Google Shape;13588;p91">
              <a:extLst>
                <a:ext uri="{FF2B5EF4-FFF2-40B4-BE49-F238E27FC236}">
                  <a16:creationId xmlns:a16="http://schemas.microsoft.com/office/drawing/2014/main" id="{D5C4EDC2-40F2-F3B9-D28D-112915E43EC1}"/>
                </a:ext>
              </a:extLst>
            </p:cNvPr>
            <p:cNvGrpSpPr/>
            <p:nvPr/>
          </p:nvGrpSpPr>
          <p:grpSpPr>
            <a:xfrm>
              <a:off x="1764602" y="2812026"/>
              <a:ext cx="539378" cy="461203"/>
              <a:chOff x="7636443" y="1204988"/>
              <a:chExt cx="804565" cy="677795"/>
            </a:xfrm>
          </p:grpSpPr>
          <p:grpSp>
            <p:nvGrpSpPr>
              <p:cNvPr id="71" name="Google Shape;13589;p91">
                <a:extLst>
                  <a:ext uri="{FF2B5EF4-FFF2-40B4-BE49-F238E27FC236}">
                    <a16:creationId xmlns:a16="http://schemas.microsoft.com/office/drawing/2014/main" id="{4545153B-879F-19BC-6D77-3D8BCC89169F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81" name="Google Shape;13590;p91">
                  <a:extLst>
                    <a:ext uri="{FF2B5EF4-FFF2-40B4-BE49-F238E27FC236}">
                      <a16:creationId xmlns:a16="http://schemas.microsoft.com/office/drawing/2014/main" id="{5E1FA9BB-1980-9326-5CE3-8DBCCD1EA842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82" name="Google Shape;13591;p91">
                  <a:extLst>
                    <a:ext uri="{FF2B5EF4-FFF2-40B4-BE49-F238E27FC236}">
                      <a16:creationId xmlns:a16="http://schemas.microsoft.com/office/drawing/2014/main" id="{AA764915-228C-D175-4CFA-7300447D71F9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2" name="Google Shape;13592;p91">
                <a:extLst>
                  <a:ext uri="{FF2B5EF4-FFF2-40B4-BE49-F238E27FC236}">
                    <a16:creationId xmlns:a16="http://schemas.microsoft.com/office/drawing/2014/main" id="{1A707573-98D7-63B1-C1F5-AF0EADAC4E1B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79" name="Google Shape;13593;p91">
                  <a:extLst>
                    <a:ext uri="{FF2B5EF4-FFF2-40B4-BE49-F238E27FC236}">
                      <a16:creationId xmlns:a16="http://schemas.microsoft.com/office/drawing/2014/main" id="{B3BF2188-E357-FAB7-0474-D215F5F6DDA4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80" name="Google Shape;13594;p91">
                  <a:extLst>
                    <a:ext uri="{FF2B5EF4-FFF2-40B4-BE49-F238E27FC236}">
                      <a16:creationId xmlns:a16="http://schemas.microsoft.com/office/drawing/2014/main" id="{974D5856-A8AF-1961-51D0-9DCC4350FD7B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" name="Google Shape;13595;p91">
                <a:extLst>
                  <a:ext uri="{FF2B5EF4-FFF2-40B4-BE49-F238E27FC236}">
                    <a16:creationId xmlns:a16="http://schemas.microsoft.com/office/drawing/2014/main" id="{DCE12F6D-440C-F637-BC8A-E96099094A0A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77" name="Google Shape;13596;p91">
                  <a:extLst>
                    <a:ext uri="{FF2B5EF4-FFF2-40B4-BE49-F238E27FC236}">
                      <a16:creationId xmlns:a16="http://schemas.microsoft.com/office/drawing/2014/main" id="{9ACA2BD6-7F14-9200-8D79-DD580DBC5196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78" name="Google Shape;13597;p91">
                  <a:extLst>
                    <a:ext uri="{FF2B5EF4-FFF2-40B4-BE49-F238E27FC236}">
                      <a16:creationId xmlns:a16="http://schemas.microsoft.com/office/drawing/2014/main" id="{361DC9BC-07CE-2B84-BC44-0E774E834E4E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74" name="Google Shape;13598;p91">
                <a:extLst>
                  <a:ext uri="{FF2B5EF4-FFF2-40B4-BE49-F238E27FC236}">
                    <a16:creationId xmlns:a16="http://schemas.microsoft.com/office/drawing/2014/main" id="{5D169D2D-AFDB-8A52-F7F6-ABDCE7CA94CE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75" name="Google Shape;13599;p91">
                  <a:extLst>
                    <a:ext uri="{FF2B5EF4-FFF2-40B4-BE49-F238E27FC236}">
                      <a16:creationId xmlns:a16="http://schemas.microsoft.com/office/drawing/2014/main" id="{E403AF50-50E5-BAD4-48EE-C3A3F127B880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76" name="Google Shape;13600;p91">
                  <a:extLst>
                    <a:ext uri="{FF2B5EF4-FFF2-40B4-BE49-F238E27FC236}">
                      <a16:creationId xmlns:a16="http://schemas.microsoft.com/office/drawing/2014/main" id="{7FE3837F-8B1B-C7B5-9DCA-8FE66E65BA99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3" name="Google Shape;13588;p91">
              <a:extLst>
                <a:ext uri="{FF2B5EF4-FFF2-40B4-BE49-F238E27FC236}">
                  <a16:creationId xmlns:a16="http://schemas.microsoft.com/office/drawing/2014/main" id="{315F774D-F256-1D6A-3C14-5A0E92DA9081}"/>
                </a:ext>
              </a:extLst>
            </p:cNvPr>
            <p:cNvGrpSpPr/>
            <p:nvPr/>
          </p:nvGrpSpPr>
          <p:grpSpPr>
            <a:xfrm>
              <a:off x="2435927" y="769594"/>
              <a:ext cx="539378" cy="461203"/>
              <a:chOff x="7636443" y="1204988"/>
              <a:chExt cx="804565" cy="677795"/>
            </a:xfrm>
          </p:grpSpPr>
          <p:grpSp>
            <p:nvGrpSpPr>
              <p:cNvPr id="84" name="Google Shape;13589;p91">
                <a:extLst>
                  <a:ext uri="{FF2B5EF4-FFF2-40B4-BE49-F238E27FC236}">
                    <a16:creationId xmlns:a16="http://schemas.microsoft.com/office/drawing/2014/main" id="{CD488AD8-20D9-35EF-5419-B2878AD379C8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94" name="Google Shape;13590;p91">
                  <a:extLst>
                    <a:ext uri="{FF2B5EF4-FFF2-40B4-BE49-F238E27FC236}">
                      <a16:creationId xmlns:a16="http://schemas.microsoft.com/office/drawing/2014/main" id="{AD325729-97EF-4D71-D638-2DB269549F4C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5" name="Google Shape;13591;p91">
                  <a:extLst>
                    <a:ext uri="{FF2B5EF4-FFF2-40B4-BE49-F238E27FC236}">
                      <a16:creationId xmlns:a16="http://schemas.microsoft.com/office/drawing/2014/main" id="{44E9E247-081C-5DA5-98F5-BC1AC9345A06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5" name="Google Shape;13592;p91">
                <a:extLst>
                  <a:ext uri="{FF2B5EF4-FFF2-40B4-BE49-F238E27FC236}">
                    <a16:creationId xmlns:a16="http://schemas.microsoft.com/office/drawing/2014/main" id="{F6C29CF7-9DB0-6A17-3FB1-94163F9BB310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92" name="Google Shape;13593;p91">
                  <a:extLst>
                    <a:ext uri="{FF2B5EF4-FFF2-40B4-BE49-F238E27FC236}">
                      <a16:creationId xmlns:a16="http://schemas.microsoft.com/office/drawing/2014/main" id="{531D9A26-816C-33C4-E9CE-F9B518AFFD76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13594;p91">
                  <a:extLst>
                    <a:ext uri="{FF2B5EF4-FFF2-40B4-BE49-F238E27FC236}">
                      <a16:creationId xmlns:a16="http://schemas.microsoft.com/office/drawing/2014/main" id="{71F1C38B-D74D-C80C-64D7-DA84713788F8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6" name="Google Shape;13595;p91">
                <a:extLst>
                  <a:ext uri="{FF2B5EF4-FFF2-40B4-BE49-F238E27FC236}">
                    <a16:creationId xmlns:a16="http://schemas.microsoft.com/office/drawing/2014/main" id="{AC82EB98-CECE-0628-0203-7626BC71C3AF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90" name="Google Shape;13596;p91">
                  <a:extLst>
                    <a:ext uri="{FF2B5EF4-FFF2-40B4-BE49-F238E27FC236}">
                      <a16:creationId xmlns:a16="http://schemas.microsoft.com/office/drawing/2014/main" id="{DC67EE11-D2EF-8AE8-53A0-5A60F0B2477C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91" name="Google Shape;13597;p91">
                  <a:extLst>
                    <a:ext uri="{FF2B5EF4-FFF2-40B4-BE49-F238E27FC236}">
                      <a16:creationId xmlns:a16="http://schemas.microsoft.com/office/drawing/2014/main" id="{88244ACC-B80A-64A0-5CBA-8813A900CBCA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87" name="Google Shape;13598;p91">
                <a:extLst>
                  <a:ext uri="{FF2B5EF4-FFF2-40B4-BE49-F238E27FC236}">
                    <a16:creationId xmlns:a16="http://schemas.microsoft.com/office/drawing/2014/main" id="{51C8D8DD-43A9-9C2B-47F1-53C6555353C1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88" name="Google Shape;13599;p91">
                  <a:extLst>
                    <a:ext uri="{FF2B5EF4-FFF2-40B4-BE49-F238E27FC236}">
                      <a16:creationId xmlns:a16="http://schemas.microsoft.com/office/drawing/2014/main" id="{2D66CFB9-B679-F9DC-CA73-6CC3DB295B8C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89" name="Google Shape;13600;p91">
                  <a:extLst>
                    <a:ext uri="{FF2B5EF4-FFF2-40B4-BE49-F238E27FC236}">
                      <a16:creationId xmlns:a16="http://schemas.microsoft.com/office/drawing/2014/main" id="{DE0E6E7A-322A-16D2-6A0F-0669F8ABF5CF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7" name="Google Shape;13588;p91">
              <a:extLst>
                <a:ext uri="{FF2B5EF4-FFF2-40B4-BE49-F238E27FC236}">
                  <a16:creationId xmlns:a16="http://schemas.microsoft.com/office/drawing/2014/main" id="{CC7FFD83-4C5E-8E32-7A26-05214D37A3CA}"/>
                </a:ext>
              </a:extLst>
            </p:cNvPr>
            <p:cNvGrpSpPr/>
            <p:nvPr/>
          </p:nvGrpSpPr>
          <p:grpSpPr>
            <a:xfrm>
              <a:off x="2434140" y="276031"/>
              <a:ext cx="539378" cy="461203"/>
              <a:chOff x="7636443" y="1204988"/>
              <a:chExt cx="804565" cy="677795"/>
            </a:xfrm>
          </p:grpSpPr>
          <p:grpSp>
            <p:nvGrpSpPr>
              <p:cNvPr id="488" name="Google Shape;13589;p91">
                <a:extLst>
                  <a:ext uri="{FF2B5EF4-FFF2-40B4-BE49-F238E27FC236}">
                    <a16:creationId xmlns:a16="http://schemas.microsoft.com/office/drawing/2014/main" id="{9CF86200-C51E-1CF5-AD6C-1769D16473CD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498" name="Google Shape;13590;p91">
                  <a:extLst>
                    <a:ext uri="{FF2B5EF4-FFF2-40B4-BE49-F238E27FC236}">
                      <a16:creationId xmlns:a16="http://schemas.microsoft.com/office/drawing/2014/main" id="{6E52A0CE-75A7-2E8A-8051-DC86C3E6CED3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BD47">
                    <a:lumMod val="50000"/>
                  </a:srgbClr>
                </a:solidFill>
                <a:ln>
                  <a:solidFill>
                    <a:srgbClr val="FFBD47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9" name="Google Shape;13591;p91">
                  <a:extLst>
                    <a:ext uri="{FF2B5EF4-FFF2-40B4-BE49-F238E27FC236}">
                      <a16:creationId xmlns:a16="http://schemas.microsoft.com/office/drawing/2014/main" id="{9E642EAC-6341-6FF6-1971-354BD8AA8489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BD47">
                    <a:lumMod val="50000"/>
                  </a:srgbClr>
                </a:solidFill>
                <a:ln>
                  <a:solidFill>
                    <a:srgbClr val="FFBD47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89" name="Google Shape;13592;p91">
                <a:extLst>
                  <a:ext uri="{FF2B5EF4-FFF2-40B4-BE49-F238E27FC236}">
                    <a16:creationId xmlns:a16="http://schemas.microsoft.com/office/drawing/2014/main" id="{06231D9D-B966-0479-482E-B11F039D0FF8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496" name="Google Shape;13593;p91">
                  <a:extLst>
                    <a:ext uri="{FF2B5EF4-FFF2-40B4-BE49-F238E27FC236}">
                      <a16:creationId xmlns:a16="http://schemas.microsoft.com/office/drawing/2014/main" id="{4F7D82AB-071E-8634-27B9-A50FF8EA3347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BD47">
                    <a:lumMod val="75000"/>
                  </a:srgbClr>
                </a:solidFill>
                <a:ln>
                  <a:solidFill>
                    <a:srgbClr val="FFBD47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7" name="Google Shape;13594;p91">
                  <a:extLst>
                    <a:ext uri="{FF2B5EF4-FFF2-40B4-BE49-F238E27FC236}">
                      <a16:creationId xmlns:a16="http://schemas.microsoft.com/office/drawing/2014/main" id="{C3935015-837C-B98D-8232-FC37A38CECEE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BD47">
                    <a:lumMod val="75000"/>
                  </a:srgbClr>
                </a:solidFill>
                <a:ln>
                  <a:solidFill>
                    <a:srgbClr val="FFBD47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90" name="Google Shape;13595;p91">
                <a:extLst>
                  <a:ext uri="{FF2B5EF4-FFF2-40B4-BE49-F238E27FC236}">
                    <a16:creationId xmlns:a16="http://schemas.microsoft.com/office/drawing/2014/main" id="{58BEE1E3-3C8B-F6F7-2192-F0FF14229828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494" name="Google Shape;13596;p91">
                  <a:extLst>
                    <a:ext uri="{FF2B5EF4-FFF2-40B4-BE49-F238E27FC236}">
                      <a16:creationId xmlns:a16="http://schemas.microsoft.com/office/drawing/2014/main" id="{88639F7F-B146-FA14-F157-30D75322E082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BD47">
                    <a:lumMod val="60000"/>
                    <a:lumOff val="40000"/>
                  </a:srgbClr>
                </a:solidFill>
                <a:ln>
                  <a:solidFill>
                    <a:srgbClr val="FFBD47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5" name="Google Shape;13597;p91">
                  <a:extLst>
                    <a:ext uri="{FF2B5EF4-FFF2-40B4-BE49-F238E27FC236}">
                      <a16:creationId xmlns:a16="http://schemas.microsoft.com/office/drawing/2014/main" id="{D7FA745F-EAA3-06B7-7F7B-D483FBBE7D23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BD47">
                    <a:lumMod val="60000"/>
                    <a:lumOff val="40000"/>
                  </a:srgbClr>
                </a:solidFill>
                <a:ln>
                  <a:solidFill>
                    <a:srgbClr val="FFBD47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91" name="Google Shape;13598;p91">
                <a:extLst>
                  <a:ext uri="{FF2B5EF4-FFF2-40B4-BE49-F238E27FC236}">
                    <a16:creationId xmlns:a16="http://schemas.microsoft.com/office/drawing/2014/main" id="{986A55F0-9A30-D02F-D2B9-15C77C6263AA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492" name="Google Shape;13599;p91">
                  <a:extLst>
                    <a:ext uri="{FF2B5EF4-FFF2-40B4-BE49-F238E27FC236}">
                      <a16:creationId xmlns:a16="http://schemas.microsoft.com/office/drawing/2014/main" id="{FC8E259E-0032-6D4F-1963-F164B452DB76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BD47">
                    <a:lumMod val="40000"/>
                    <a:lumOff val="60000"/>
                  </a:srgbClr>
                </a:solidFill>
                <a:ln>
                  <a:solidFill>
                    <a:srgbClr val="FFBD47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3" name="Google Shape;13600;p91">
                  <a:extLst>
                    <a:ext uri="{FF2B5EF4-FFF2-40B4-BE49-F238E27FC236}">
                      <a16:creationId xmlns:a16="http://schemas.microsoft.com/office/drawing/2014/main" id="{C3EA038E-6152-F45F-9462-C8168C325CDB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BD47">
                    <a:lumMod val="40000"/>
                    <a:lumOff val="60000"/>
                  </a:srgbClr>
                </a:solidFill>
                <a:ln>
                  <a:solidFill>
                    <a:srgbClr val="FFBD47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500" name="Google Shape;13588;p91">
              <a:extLst>
                <a:ext uri="{FF2B5EF4-FFF2-40B4-BE49-F238E27FC236}">
                  <a16:creationId xmlns:a16="http://schemas.microsoft.com/office/drawing/2014/main" id="{60B3F727-0861-3316-D901-339AEFAB36A8}"/>
                </a:ext>
              </a:extLst>
            </p:cNvPr>
            <p:cNvGrpSpPr/>
            <p:nvPr/>
          </p:nvGrpSpPr>
          <p:grpSpPr>
            <a:xfrm>
              <a:off x="2431555" y="1291467"/>
              <a:ext cx="539378" cy="461203"/>
              <a:chOff x="7636443" y="1204988"/>
              <a:chExt cx="804565" cy="677795"/>
            </a:xfrm>
          </p:grpSpPr>
          <p:grpSp>
            <p:nvGrpSpPr>
              <p:cNvPr id="501" name="Google Shape;13589;p91">
                <a:extLst>
                  <a:ext uri="{FF2B5EF4-FFF2-40B4-BE49-F238E27FC236}">
                    <a16:creationId xmlns:a16="http://schemas.microsoft.com/office/drawing/2014/main" id="{4A326BE4-3494-0C5D-1AF2-FA0F7076F7F9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511" name="Google Shape;13590;p91">
                  <a:extLst>
                    <a:ext uri="{FF2B5EF4-FFF2-40B4-BE49-F238E27FC236}">
                      <a16:creationId xmlns:a16="http://schemas.microsoft.com/office/drawing/2014/main" id="{15180D57-A3F5-89AC-A228-EACAF39E639C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22600">
                    <a:lumMod val="50000"/>
                  </a:srgbClr>
                </a:solidFill>
                <a:ln>
                  <a:solidFill>
                    <a:srgbClr val="B22600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12" name="Google Shape;13591;p91">
                  <a:extLst>
                    <a:ext uri="{FF2B5EF4-FFF2-40B4-BE49-F238E27FC236}">
                      <a16:creationId xmlns:a16="http://schemas.microsoft.com/office/drawing/2014/main" id="{7229A34E-9793-A14D-035D-C6C745C48527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22600">
                    <a:lumMod val="50000"/>
                  </a:srgbClr>
                </a:solidFill>
                <a:ln>
                  <a:solidFill>
                    <a:srgbClr val="B22600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02" name="Google Shape;13592;p91">
                <a:extLst>
                  <a:ext uri="{FF2B5EF4-FFF2-40B4-BE49-F238E27FC236}">
                    <a16:creationId xmlns:a16="http://schemas.microsoft.com/office/drawing/2014/main" id="{E3A2173C-979A-767C-7C06-97EA3F2D09B6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509" name="Google Shape;13593;p91">
                  <a:extLst>
                    <a:ext uri="{FF2B5EF4-FFF2-40B4-BE49-F238E27FC236}">
                      <a16:creationId xmlns:a16="http://schemas.microsoft.com/office/drawing/2014/main" id="{9A60D893-A0A2-4B30-FDEE-4922879CA570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22600">
                    <a:lumMod val="75000"/>
                  </a:srgbClr>
                </a:solidFill>
                <a:ln>
                  <a:solidFill>
                    <a:srgbClr val="B22600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10" name="Google Shape;13594;p91">
                  <a:extLst>
                    <a:ext uri="{FF2B5EF4-FFF2-40B4-BE49-F238E27FC236}">
                      <a16:creationId xmlns:a16="http://schemas.microsoft.com/office/drawing/2014/main" id="{5E70496A-C47B-110D-B731-C33B0BC0D0F7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22600">
                    <a:lumMod val="75000"/>
                  </a:srgbClr>
                </a:solidFill>
                <a:ln>
                  <a:solidFill>
                    <a:srgbClr val="B22600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03" name="Google Shape;13595;p91">
                <a:extLst>
                  <a:ext uri="{FF2B5EF4-FFF2-40B4-BE49-F238E27FC236}">
                    <a16:creationId xmlns:a16="http://schemas.microsoft.com/office/drawing/2014/main" id="{25EF2F40-CCE3-90AB-7C41-30D675CB32C1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507" name="Google Shape;13596;p91">
                  <a:extLst>
                    <a:ext uri="{FF2B5EF4-FFF2-40B4-BE49-F238E27FC236}">
                      <a16:creationId xmlns:a16="http://schemas.microsoft.com/office/drawing/2014/main" id="{6293ECE9-CAA6-E836-F0ED-6B0C1E2D01F4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22600">
                    <a:lumMod val="60000"/>
                    <a:lumOff val="40000"/>
                  </a:srgbClr>
                </a:solidFill>
                <a:ln>
                  <a:solidFill>
                    <a:srgbClr val="B22600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08" name="Google Shape;13597;p91">
                  <a:extLst>
                    <a:ext uri="{FF2B5EF4-FFF2-40B4-BE49-F238E27FC236}">
                      <a16:creationId xmlns:a16="http://schemas.microsoft.com/office/drawing/2014/main" id="{9FAA3509-C51A-6D52-8B26-592AB6D86702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22600">
                    <a:lumMod val="60000"/>
                    <a:lumOff val="40000"/>
                  </a:srgbClr>
                </a:solidFill>
                <a:ln>
                  <a:solidFill>
                    <a:srgbClr val="B22600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04" name="Google Shape;13598;p91">
                <a:extLst>
                  <a:ext uri="{FF2B5EF4-FFF2-40B4-BE49-F238E27FC236}">
                    <a16:creationId xmlns:a16="http://schemas.microsoft.com/office/drawing/2014/main" id="{F1D56C36-C890-05A8-2869-87C0B85E61A2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505" name="Google Shape;13599;p91">
                  <a:extLst>
                    <a:ext uri="{FF2B5EF4-FFF2-40B4-BE49-F238E27FC236}">
                      <a16:creationId xmlns:a16="http://schemas.microsoft.com/office/drawing/2014/main" id="{12B5597A-EAF6-90D0-D113-9774965431B6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22600">
                    <a:lumMod val="40000"/>
                    <a:lumOff val="60000"/>
                  </a:srgbClr>
                </a:solidFill>
                <a:ln>
                  <a:solidFill>
                    <a:srgbClr val="B22600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06" name="Google Shape;13600;p91">
                  <a:extLst>
                    <a:ext uri="{FF2B5EF4-FFF2-40B4-BE49-F238E27FC236}">
                      <a16:creationId xmlns:a16="http://schemas.microsoft.com/office/drawing/2014/main" id="{681E1DE8-5650-6EA6-629F-17C9A4AAF384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22600">
                    <a:lumMod val="40000"/>
                    <a:lumOff val="60000"/>
                  </a:srgbClr>
                </a:solidFill>
                <a:ln>
                  <a:solidFill>
                    <a:srgbClr val="B22600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513" name="Google Shape;13588;p91">
              <a:extLst>
                <a:ext uri="{FF2B5EF4-FFF2-40B4-BE49-F238E27FC236}">
                  <a16:creationId xmlns:a16="http://schemas.microsoft.com/office/drawing/2014/main" id="{5A50CC20-8EF6-01FB-1EC0-C7951DD43B90}"/>
                </a:ext>
              </a:extLst>
            </p:cNvPr>
            <p:cNvGrpSpPr/>
            <p:nvPr/>
          </p:nvGrpSpPr>
          <p:grpSpPr>
            <a:xfrm>
              <a:off x="1769589" y="2305023"/>
              <a:ext cx="539378" cy="461203"/>
              <a:chOff x="7636443" y="1204988"/>
              <a:chExt cx="804565" cy="677795"/>
            </a:xfrm>
          </p:grpSpPr>
          <p:grpSp>
            <p:nvGrpSpPr>
              <p:cNvPr id="514" name="Google Shape;13589;p91">
                <a:extLst>
                  <a:ext uri="{FF2B5EF4-FFF2-40B4-BE49-F238E27FC236}">
                    <a16:creationId xmlns:a16="http://schemas.microsoft.com/office/drawing/2014/main" id="{9589C70D-F97D-A2CB-A75F-397EA752E5D0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524" name="Google Shape;13590;p91">
                  <a:extLst>
                    <a:ext uri="{FF2B5EF4-FFF2-40B4-BE49-F238E27FC236}">
                      <a16:creationId xmlns:a16="http://schemas.microsoft.com/office/drawing/2014/main" id="{5475B1ED-1519-2D1D-B52D-E7A1B402E389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8427">
                    <a:lumMod val="50000"/>
                  </a:srgbClr>
                </a:solidFill>
                <a:ln>
                  <a:solidFill>
                    <a:srgbClr val="FF8427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25" name="Google Shape;13591;p91">
                  <a:extLst>
                    <a:ext uri="{FF2B5EF4-FFF2-40B4-BE49-F238E27FC236}">
                      <a16:creationId xmlns:a16="http://schemas.microsoft.com/office/drawing/2014/main" id="{7D2505B3-4D62-67BE-54A2-ADD30C11A48A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8427">
                    <a:lumMod val="50000"/>
                  </a:srgbClr>
                </a:solidFill>
                <a:ln>
                  <a:solidFill>
                    <a:srgbClr val="FF8427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15" name="Google Shape;13592;p91">
                <a:extLst>
                  <a:ext uri="{FF2B5EF4-FFF2-40B4-BE49-F238E27FC236}">
                    <a16:creationId xmlns:a16="http://schemas.microsoft.com/office/drawing/2014/main" id="{0E0FA074-4D67-7B76-2371-6FBE54CEA7DB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522" name="Google Shape;13593;p91">
                  <a:extLst>
                    <a:ext uri="{FF2B5EF4-FFF2-40B4-BE49-F238E27FC236}">
                      <a16:creationId xmlns:a16="http://schemas.microsoft.com/office/drawing/2014/main" id="{F0384F29-9DFA-75F2-52EF-1F6E11F2A15E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8427">
                    <a:lumMod val="75000"/>
                  </a:srgbClr>
                </a:solidFill>
                <a:ln>
                  <a:solidFill>
                    <a:srgbClr val="FF8427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23" name="Google Shape;13594;p91">
                  <a:extLst>
                    <a:ext uri="{FF2B5EF4-FFF2-40B4-BE49-F238E27FC236}">
                      <a16:creationId xmlns:a16="http://schemas.microsoft.com/office/drawing/2014/main" id="{0694A4A6-7FF4-3418-0BF9-A6A9FF3769CF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8427">
                    <a:lumMod val="75000"/>
                  </a:srgbClr>
                </a:solidFill>
                <a:ln>
                  <a:solidFill>
                    <a:srgbClr val="FF8427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16" name="Google Shape;13595;p91">
                <a:extLst>
                  <a:ext uri="{FF2B5EF4-FFF2-40B4-BE49-F238E27FC236}">
                    <a16:creationId xmlns:a16="http://schemas.microsoft.com/office/drawing/2014/main" id="{28CB1301-E18F-221F-49F2-14175EF9312D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520" name="Google Shape;13596;p91">
                  <a:extLst>
                    <a:ext uri="{FF2B5EF4-FFF2-40B4-BE49-F238E27FC236}">
                      <a16:creationId xmlns:a16="http://schemas.microsoft.com/office/drawing/2014/main" id="{D54708DC-C774-4ACF-04E0-39A9F5E7AB3B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8427">
                    <a:lumMod val="60000"/>
                    <a:lumOff val="40000"/>
                  </a:srgbClr>
                </a:solidFill>
                <a:ln>
                  <a:solidFill>
                    <a:srgbClr val="FF8427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21" name="Google Shape;13597;p91">
                  <a:extLst>
                    <a:ext uri="{FF2B5EF4-FFF2-40B4-BE49-F238E27FC236}">
                      <a16:creationId xmlns:a16="http://schemas.microsoft.com/office/drawing/2014/main" id="{86FE87B1-2FCA-F9AD-4A8E-B9D40B3250AB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8427">
                    <a:lumMod val="60000"/>
                    <a:lumOff val="40000"/>
                  </a:srgbClr>
                </a:solidFill>
                <a:ln>
                  <a:solidFill>
                    <a:srgbClr val="FF8427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17" name="Google Shape;13598;p91">
                <a:extLst>
                  <a:ext uri="{FF2B5EF4-FFF2-40B4-BE49-F238E27FC236}">
                    <a16:creationId xmlns:a16="http://schemas.microsoft.com/office/drawing/2014/main" id="{87F7520E-C65A-B6DF-32FD-0D7D5B50904A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518" name="Google Shape;13599;p91">
                  <a:extLst>
                    <a:ext uri="{FF2B5EF4-FFF2-40B4-BE49-F238E27FC236}">
                      <a16:creationId xmlns:a16="http://schemas.microsoft.com/office/drawing/2014/main" id="{4CDD0037-898B-FFE3-47BF-CAFADB5D5D01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8427">
                    <a:lumMod val="40000"/>
                    <a:lumOff val="60000"/>
                  </a:srgbClr>
                </a:solidFill>
                <a:ln>
                  <a:solidFill>
                    <a:srgbClr val="FF8427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19" name="Google Shape;13600;p91">
                  <a:extLst>
                    <a:ext uri="{FF2B5EF4-FFF2-40B4-BE49-F238E27FC236}">
                      <a16:creationId xmlns:a16="http://schemas.microsoft.com/office/drawing/2014/main" id="{285B788C-4B99-4A1B-0E2E-F35E949D0016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8427">
                    <a:lumMod val="40000"/>
                    <a:lumOff val="60000"/>
                  </a:srgbClr>
                </a:solidFill>
                <a:ln>
                  <a:solidFill>
                    <a:srgbClr val="FF8427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539" name="Google Shape;13588;p91">
              <a:extLst>
                <a:ext uri="{FF2B5EF4-FFF2-40B4-BE49-F238E27FC236}">
                  <a16:creationId xmlns:a16="http://schemas.microsoft.com/office/drawing/2014/main" id="{54B5AB95-FD58-34AF-C1B8-E776F56194BE}"/>
                </a:ext>
              </a:extLst>
            </p:cNvPr>
            <p:cNvGrpSpPr/>
            <p:nvPr/>
          </p:nvGrpSpPr>
          <p:grpSpPr>
            <a:xfrm>
              <a:off x="1764602" y="794725"/>
              <a:ext cx="539378" cy="461203"/>
              <a:chOff x="7636443" y="1204988"/>
              <a:chExt cx="804565" cy="677795"/>
            </a:xfrm>
          </p:grpSpPr>
          <p:grpSp>
            <p:nvGrpSpPr>
              <p:cNvPr id="540" name="Google Shape;13589;p91">
                <a:extLst>
                  <a:ext uri="{FF2B5EF4-FFF2-40B4-BE49-F238E27FC236}">
                    <a16:creationId xmlns:a16="http://schemas.microsoft.com/office/drawing/2014/main" id="{752FF737-2108-DCD4-72C2-B5365D076AE7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550" name="Google Shape;13590;p91">
                  <a:extLst>
                    <a:ext uri="{FF2B5EF4-FFF2-40B4-BE49-F238E27FC236}">
                      <a16:creationId xmlns:a16="http://schemas.microsoft.com/office/drawing/2014/main" id="{8D4DB079-1DA4-30F0-BBC1-5B6C573FF6E6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51" name="Google Shape;13591;p91">
                  <a:extLst>
                    <a:ext uri="{FF2B5EF4-FFF2-40B4-BE49-F238E27FC236}">
                      <a16:creationId xmlns:a16="http://schemas.microsoft.com/office/drawing/2014/main" id="{8106F5A9-7412-5739-7588-EA9F5673B14F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41" name="Google Shape;13592;p91">
                <a:extLst>
                  <a:ext uri="{FF2B5EF4-FFF2-40B4-BE49-F238E27FC236}">
                    <a16:creationId xmlns:a16="http://schemas.microsoft.com/office/drawing/2014/main" id="{0166C0AF-445D-45FC-F74B-8EED6782AAF1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548" name="Google Shape;13593;p91">
                  <a:extLst>
                    <a:ext uri="{FF2B5EF4-FFF2-40B4-BE49-F238E27FC236}">
                      <a16:creationId xmlns:a16="http://schemas.microsoft.com/office/drawing/2014/main" id="{DDFB96B9-F533-6325-8A4E-35F50DD6829A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EECE1">
                    <a:lumMod val="25000"/>
                  </a:srgbClr>
                </a:solidFill>
                <a:ln>
                  <a:solidFill>
                    <a:srgbClr val="EEECE1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49" name="Google Shape;13594;p91">
                  <a:extLst>
                    <a:ext uri="{FF2B5EF4-FFF2-40B4-BE49-F238E27FC236}">
                      <a16:creationId xmlns:a16="http://schemas.microsoft.com/office/drawing/2014/main" id="{16180CB2-D84C-568E-850D-EB9F91E74018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EECE1">
                    <a:lumMod val="25000"/>
                  </a:srgbClr>
                </a:solidFill>
                <a:ln>
                  <a:solidFill>
                    <a:srgbClr val="EEECE1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42" name="Google Shape;13595;p91">
                <a:extLst>
                  <a:ext uri="{FF2B5EF4-FFF2-40B4-BE49-F238E27FC236}">
                    <a16:creationId xmlns:a16="http://schemas.microsoft.com/office/drawing/2014/main" id="{BC94466B-D4DD-28CB-0E41-922693A64FF9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546" name="Google Shape;13596;p91">
                  <a:extLst>
                    <a:ext uri="{FF2B5EF4-FFF2-40B4-BE49-F238E27FC236}">
                      <a16:creationId xmlns:a16="http://schemas.microsoft.com/office/drawing/2014/main" id="{354762E6-FF53-9949-2C73-D0ADCF4CB378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EECE1">
                    <a:lumMod val="50000"/>
                  </a:srgbClr>
                </a:solidFill>
                <a:ln>
                  <a:solidFill>
                    <a:srgbClr val="EEECE1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47" name="Google Shape;13597;p91">
                  <a:extLst>
                    <a:ext uri="{FF2B5EF4-FFF2-40B4-BE49-F238E27FC236}">
                      <a16:creationId xmlns:a16="http://schemas.microsoft.com/office/drawing/2014/main" id="{4F9039DF-FEB7-DC79-D6D5-9AC0BAAF8ECD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EECE1">
                    <a:lumMod val="50000"/>
                  </a:srgbClr>
                </a:solidFill>
                <a:ln>
                  <a:solidFill>
                    <a:srgbClr val="EEECE1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43" name="Google Shape;13598;p91">
                <a:extLst>
                  <a:ext uri="{FF2B5EF4-FFF2-40B4-BE49-F238E27FC236}">
                    <a16:creationId xmlns:a16="http://schemas.microsoft.com/office/drawing/2014/main" id="{8E6A1706-B05D-85DE-94F9-58DE385F6B87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544" name="Google Shape;13599;p91">
                  <a:extLst>
                    <a:ext uri="{FF2B5EF4-FFF2-40B4-BE49-F238E27FC236}">
                      <a16:creationId xmlns:a16="http://schemas.microsoft.com/office/drawing/2014/main" id="{E1B3523B-C909-BF22-B0D0-F7BAAA0CB386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EECE1">
                    <a:lumMod val="75000"/>
                  </a:srgbClr>
                </a:solidFill>
                <a:ln>
                  <a:solidFill>
                    <a:srgbClr val="EEECE1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45" name="Google Shape;13600;p91">
                  <a:extLst>
                    <a:ext uri="{FF2B5EF4-FFF2-40B4-BE49-F238E27FC236}">
                      <a16:creationId xmlns:a16="http://schemas.microsoft.com/office/drawing/2014/main" id="{E46530A1-51EE-F619-D13F-715B41DCC84A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EECE1">
                    <a:lumMod val="75000"/>
                  </a:srgbClr>
                </a:solidFill>
                <a:ln>
                  <a:solidFill>
                    <a:srgbClr val="EEECE1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565" name="Google Shape;13588;p91">
              <a:extLst>
                <a:ext uri="{FF2B5EF4-FFF2-40B4-BE49-F238E27FC236}">
                  <a16:creationId xmlns:a16="http://schemas.microsoft.com/office/drawing/2014/main" id="{E0728B1E-4F17-55D2-CDA9-71C23A5F48A2}"/>
                </a:ext>
              </a:extLst>
            </p:cNvPr>
            <p:cNvGrpSpPr/>
            <p:nvPr/>
          </p:nvGrpSpPr>
          <p:grpSpPr>
            <a:xfrm>
              <a:off x="378905" y="2306730"/>
              <a:ext cx="539378" cy="461203"/>
              <a:chOff x="7636443" y="1204988"/>
              <a:chExt cx="804565" cy="677795"/>
            </a:xfrm>
          </p:grpSpPr>
          <p:grpSp>
            <p:nvGrpSpPr>
              <p:cNvPr id="566" name="Google Shape;13589;p91">
                <a:extLst>
                  <a:ext uri="{FF2B5EF4-FFF2-40B4-BE49-F238E27FC236}">
                    <a16:creationId xmlns:a16="http://schemas.microsoft.com/office/drawing/2014/main" id="{24E2A23C-7255-296F-D0D2-F68FDE5031F8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576" name="Google Shape;13590;p91">
                  <a:extLst>
                    <a:ext uri="{FF2B5EF4-FFF2-40B4-BE49-F238E27FC236}">
                      <a16:creationId xmlns:a16="http://schemas.microsoft.com/office/drawing/2014/main" id="{1F3809FA-FBBA-6BC4-3209-EBE39613B2F2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ECCF3">
                    <a:lumMod val="50000"/>
                  </a:srgbClr>
                </a:solidFill>
                <a:ln>
                  <a:solidFill>
                    <a:srgbClr val="5ECCF3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7" name="Google Shape;13591;p91">
                  <a:extLst>
                    <a:ext uri="{FF2B5EF4-FFF2-40B4-BE49-F238E27FC236}">
                      <a16:creationId xmlns:a16="http://schemas.microsoft.com/office/drawing/2014/main" id="{34165A0D-B2F0-CD52-DAD3-AB4A0657CBC8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ECCF3">
                    <a:lumMod val="50000"/>
                  </a:srgbClr>
                </a:solidFill>
                <a:ln>
                  <a:solidFill>
                    <a:srgbClr val="5ECCF3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67" name="Google Shape;13592;p91">
                <a:extLst>
                  <a:ext uri="{FF2B5EF4-FFF2-40B4-BE49-F238E27FC236}">
                    <a16:creationId xmlns:a16="http://schemas.microsoft.com/office/drawing/2014/main" id="{8092C2B0-295E-DDFF-7F18-EAFB4B536E30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574" name="Google Shape;13593;p91">
                  <a:extLst>
                    <a:ext uri="{FF2B5EF4-FFF2-40B4-BE49-F238E27FC236}">
                      <a16:creationId xmlns:a16="http://schemas.microsoft.com/office/drawing/2014/main" id="{2AF9729C-D9C4-A752-F512-88540D31E1A1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ECCF3">
                    <a:lumMod val="75000"/>
                  </a:srgbClr>
                </a:solidFill>
                <a:ln>
                  <a:solidFill>
                    <a:srgbClr val="5ECCF3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5" name="Google Shape;13594;p91">
                  <a:extLst>
                    <a:ext uri="{FF2B5EF4-FFF2-40B4-BE49-F238E27FC236}">
                      <a16:creationId xmlns:a16="http://schemas.microsoft.com/office/drawing/2014/main" id="{347C6B63-309B-3039-1D1C-46F9AE1D7464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ECCF3">
                    <a:lumMod val="75000"/>
                  </a:srgbClr>
                </a:solidFill>
                <a:ln>
                  <a:solidFill>
                    <a:srgbClr val="5ECCF3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68" name="Google Shape;13595;p91">
                <a:extLst>
                  <a:ext uri="{FF2B5EF4-FFF2-40B4-BE49-F238E27FC236}">
                    <a16:creationId xmlns:a16="http://schemas.microsoft.com/office/drawing/2014/main" id="{16605612-BE7C-768D-EB2F-6A430C8674A6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572" name="Google Shape;13596;p91">
                  <a:extLst>
                    <a:ext uri="{FF2B5EF4-FFF2-40B4-BE49-F238E27FC236}">
                      <a16:creationId xmlns:a16="http://schemas.microsoft.com/office/drawing/2014/main" id="{8ABFF592-DC18-BF7D-EF87-44BC09A94F60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ECCF3">
                    <a:lumMod val="60000"/>
                    <a:lumOff val="40000"/>
                  </a:srgbClr>
                </a:solidFill>
                <a:ln>
                  <a:solidFill>
                    <a:srgbClr val="5ECCF3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3" name="Google Shape;13597;p91">
                  <a:extLst>
                    <a:ext uri="{FF2B5EF4-FFF2-40B4-BE49-F238E27FC236}">
                      <a16:creationId xmlns:a16="http://schemas.microsoft.com/office/drawing/2014/main" id="{1C10AAD9-3E05-6CA9-56B5-6BE557E24B43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ECCF3">
                    <a:lumMod val="60000"/>
                    <a:lumOff val="40000"/>
                  </a:srgbClr>
                </a:solidFill>
                <a:ln>
                  <a:solidFill>
                    <a:srgbClr val="5ECCF3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69" name="Google Shape;13598;p91">
                <a:extLst>
                  <a:ext uri="{FF2B5EF4-FFF2-40B4-BE49-F238E27FC236}">
                    <a16:creationId xmlns:a16="http://schemas.microsoft.com/office/drawing/2014/main" id="{2B161208-825B-8379-EDC5-BBB01B3F39F2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570" name="Google Shape;13599;p91">
                  <a:extLst>
                    <a:ext uri="{FF2B5EF4-FFF2-40B4-BE49-F238E27FC236}">
                      <a16:creationId xmlns:a16="http://schemas.microsoft.com/office/drawing/2014/main" id="{8DBF5C61-AB0C-85D9-70A1-0555EE55028C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ECCF3">
                    <a:lumMod val="40000"/>
                    <a:lumOff val="60000"/>
                  </a:srgbClr>
                </a:solidFill>
                <a:ln>
                  <a:solidFill>
                    <a:srgbClr val="5ECCF3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1" name="Google Shape;13600;p91">
                  <a:extLst>
                    <a:ext uri="{FF2B5EF4-FFF2-40B4-BE49-F238E27FC236}">
                      <a16:creationId xmlns:a16="http://schemas.microsoft.com/office/drawing/2014/main" id="{33C84034-12BF-0FCF-EE7B-7204B458F423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ECCF3">
                    <a:lumMod val="40000"/>
                    <a:lumOff val="60000"/>
                  </a:srgbClr>
                </a:solidFill>
                <a:ln>
                  <a:solidFill>
                    <a:srgbClr val="5ECCF3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578" name="Google Shape;13588;p91">
              <a:extLst>
                <a:ext uri="{FF2B5EF4-FFF2-40B4-BE49-F238E27FC236}">
                  <a16:creationId xmlns:a16="http://schemas.microsoft.com/office/drawing/2014/main" id="{E248BEAC-6425-57DD-227F-B763882771F8}"/>
                </a:ext>
              </a:extLst>
            </p:cNvPr>
            <p:cNvGrpSpPr/>
            <p:nvPr/>
          </p:nvGrpSpPr>
          <p:grpSpPr>
            <a:xfrm>
              <a:off x="1752287" y="261405"/>
              <a:ext cx="539378" cy="461203"/>
              <a:chOff x="7636443" y="1204988"/>
              <a:chExt cx="804565" cy="677795"/>
            </a:xfrm>
          </p:grpSpPr>
          <p:grpSp>
            <p:nvGrpSpPr>
              <p:cNvPr id="579" name="Google Shape;13589;p91">
                <a:extLst>
                  <a:ext uri="{FF2B5EF4-FFF2-40B4-BE49-F238E27FC236}">
                    <a16:creationId xmlns:a16="http://schemas.microsoft.com/office/drawing/2014/main" id="{A05428DD-33C5-D26B-521E-C55E770B2543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589" name="Google Shape;13590;p91">
                  <a:extLst>
                    <a:ext uri="{FF2B5EF4-FFF2-40B4-BE49-F238E27FC236}">
                      <a16:creationId xmlns:a16="http://schemas.microsoft.com/office/drawing/2014/main" id="{D542B8FA-2F09-7904-DDDE-9845921401C1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90" name="Google Shape;13591;p91">
                  <a:extLst>
                    <a:ext uri="{FF2B5EF4-FFF2-40B4-BE49-F238E27FC236}">
                      <a16:creationId xmlns:a16="http://schemas.microsoft.com/office/drawing/2014/main" id="{37CA6890-8A0E-BACC-A4C7-69CFFC42828C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80" name="Google Shape;13592;p91">
                <a:extLst>
                  <a:ext uri="{FF2B5EF4-FFF2-40B4-BE49-F238E27FC236}">
                    <a16:creationId xmlns:a16="http://schemas.microsoft.com/office/drawing/2014/main" id="{2E4C3C7D-41E9-77EE-121A-27D36010B157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587" name="Google Shape;13593;p91">
                  <a:extLst>
                    <a:ext uri="{FF2B5EF4-FFF2-40B4-BE49-F238E27FC236}">
                      <a16:creationId xmlns:a16="http://schemas.microsoft.com/office/drawing/2014/main" id="{D1416DEF-3A33-654E-FB38-2FC28EC34CB5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88" name="Google Shape;13594;p91">
                  <a:extLst>
                    <a:ext uri="{FF2B5EF4-FFF2-40B4-BE49-F238E27FC236}">
                      <a16:creationId xmlns:a16="http://schemas.microsoft.com/office/drawing/2014/main" id="{B41F92B2-540D-87A3-E412-52DACECEF3D3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81" name="Google Shape;13595;p91">
                <a:extLst>
                  <a:ext uri="{FF2B5EF4-FFF2-40B4-BE49-F238E27FC236}">
                    <a16:creationId xmlns:a16="http://schemas.microsoft.com/office/drawing/2014/main" id="{27912425-A749-AEDF-037B-78DDEEA27127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585" name="Google Shape;13596;p91">
                  <a:extLst>
                    <a:ext uri="{FF2B5EF4-FFF2-40B4-BE49-F238E27FC236}">
                      <a16:creationId xmlns:a16="http://schemas.microsoft.com/office/drawing/2014/main" id="{F1980FE3-810C-FA51-EC07-6289D7B4C16C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86" name="Google Shape;13597;p91">
                  <a:extLst>
                    <a:ext uri="{FF2B5EF4-FFF2-40B4-BE49-F238E27FC236}">
                      <a16:creationId xmlns:a16="http://schemas.microsoft.com/office/drawing/2014/main" id="{96D7A70A-39E2-FCC5-1AC1-83A4276CE8F9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82" name="Google Shape;13598;p91">
                <a:extLst>
                  <a:ext uri="{FF2B5EF4-FFF2-40B4-BE49-F238E27FC236}">
                    <a16:creationId xmlns:a16="http://schemas.microsoft.com/office/drawing/2014/main" id="{174CCC31-C4F6-638C-1290-86518F0D6C7B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583" name="Google Shape;13599;p91">
                  <a:extLst>
                    <a:ext uri="{FF2B5EF4-FFF2-40B4-BE49-F238E27FC236}">
                      <a16:creationId xmlns:a16="http://schemas.microsoft.com/office/drawing/2014/main" id="{4ACE5AFE-F19F-F1A5-48B4-B501FDE24555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84" name="Google Shape;13600;p91">
                  <a:extLst>
                    <a:ext uri="{FF2B5EF4-FFF2-40B4-BE49-F238E27FC236}">
                      <a16:creationId xmlns:a16="http://schemas.microsoft.com/office/drawing/2014/main" id="{2DC53809-A2D9-8339-38A2-EF0010BEEF9E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591" name="Google Shape;13588;p91">
              <a:extLst>
                <a:ext uri="{FF2B5EF4-FFF2-40B4-BE49-F238E27FC236}">
                  <a16:creationId xmlns:a16="http://schemas.microsoft.com/office/drawing/2014/main" id="{AFC6F941-1605-38C0-47B8-44E060454E41}"/>
                </a:ext>
              </a:extLst>
            </p:cNvPr>
            <p:cNvGrpSpPr/>
            <p:nvPr/>
          </p:nvGrpSpPr>
          <p:grpSpPr>
            <a:xfrm>
              <a:off x="1064838" y="276031"/>
              <a:ext cx="539378" cy="461203"/>
              <a:chOff x="7636443" y="1204988"/>
              <a:chExt cx="804565" cy="677795"/>
            </a:xfrm>
          </p:grpSpPr>
          <p:grpSp>
            <p:nvGrpSpPr>
              <p:cNvPr id="592" name="Google Shape;13589;p91">
                <a:extLst>
                  <a:ext uri="{FF2B5EF4-FFF2-40B4-BE49-F238E27FC236}">
                    <a16:creationId xmlns:a16="http://schemas.microsoft.com/office/drawing/2014/main" id="{C39CD3BD-1BCF-33FD-F6B3-6AEC950A52EA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602" name="Google Shape;13590;p91">
                  <a:extLst>
                    <a:ext uri="{FF2B5EF4-FFF2-40B4-BE49-F238E27FC236}">
                      <a16:creationId xmlns:a16="http://schemas.microsoft.com/office/drawing/2014/main" id="{A154CF0C-F44A-6ED1-15E7-968C195DB40C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DCEAF">
                    <a:lumMod val="50000"/>
                  </a:srgbClr>
                </a:solidFill>
                <a:ln>
                  <a:solidFill>
                    <a:srgbClr val="5DCEA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03" name="Google Shape;13591;p91">
                  <a:extLst>
                    <a:ext uri="{FF2B5EF4-FFF2-40B4-BE49-F238E27FC236}">
                      <a16:creationId xmlns:a16="http://schemas.microsoft.com/office/drawing/2014/main" id="{684E4D1C-126B-72F6-EA52-2FAAAC9825E2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DCEAF">
                    <a:lumMod val="50000"/>
                  </a:srgbClr>
                </a:solidFill>
                <a:ln>
                  <a:solidFill>
                    <a:srgbClr val="5DCEA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93" name="Google Shape;13592;p91">
                <a:extLst>
                  <a:ext uri="{FF2B5EF4-FFF2-40B4-BE49-F238E27FC236}">
                    <a16:creationId xmlns:a16="http://schemas.microsoft.com/office/drawing/2014/main" id="{5605FD1C-AF5E-EFA5-9E55-E407A34EB45A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600" name="Google Shape;13593;p91">
                  <a:extLst>
                    <a:ext uri="{FF2B5EF4-FFF2-40B4-BE49-F238E27FC236}">
                      <a16:creationId xmlns:a16="http://schemas.microsoft.com/office/drawing/2014/main" id="{0DDF91E3-FFC0-5A12-6B02-2C4411432877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DCEAF">
                    <a:lumMod val="75000"/>
                  </a:srgbClr>
                </a:solidFill>
                <a:ln>
                  <a:solidFill>
                    <a:srgbClr val="5DCEA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01" name="Google Shape;13594;p91">
                  <a:extLst>
                    <a:ext uri="{FF2B5EF4-FFF2-40B4-BE49-F238E27FC236}">
                      <a16:creationId xmlns:a16="http://schemas.microsoft.com/office/drawing/2014/main" id="{5341C9B6-1A72-8845-C2DA-81C1E0EBDF51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DCEAF">
                    <a:lumMod val="75000"/>
                  </a:srgbClr>
                </a:solidFill>
                <a:ln>
                  <a:solidFill>
                    <a:srgbClr val="5DCEA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94" name="Google Shape;13595;p91">
                <a:extLst>
                  <a:ext uri="{FF2B5EF4-FFF2-40B4-BE49-F238E27FC236}">
                    <a16:creationId xmlns:a16="http://schemas.microsoft.com/office/drawing/2014/main" id="{8FEA27AC-C856-AA9A-718E-BF94E7CDA0B6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598" name="Google Shape;13596;p91">
                  <a:extLst>
                    <a:ext uri="{FF2B5EF4-FFF2-40B4-BE49-F238E27FC236}">
                      <a16:creationId xmlns:a16="http://schemas.microsoft.com/office/drawing/2014/main" id="{E7138350-8D77-324C-03E5-FADFD654D16D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DCEAF">
                    <a:lumMod val="60000"/>
                    <a:lumOff val="40000"/>
                  </a:srgbClr>
                </a:solidFill>
                <a:ln>
                  <a:solidFill>
                    <a:srgbClr val="5DCEA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99" name="Google Shape;13597;p91">
                  <a:extLst>
                    <a:ext uri="{FF2B5EF4-FFF2-40B4-BE49-F238E27FC236}">
                      <a16:creationId xmlns:a16="http://schemas.microsoft.com/office/drawing/2014/main" id="{29D22693-D3DC-F0F6-EB56-4E4336FD0A2D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DCEAF">
                    <a:lumMod val="60000"/>
                    <a:lumOff val="40000"/>
                  </a:srgbClr>
                </a:solidFill>
                <a:ln>
                  <a:solidFill>
                    <a:srgbClr val="5DCEA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95" name="Google Shape;13598;p91">
                <a:extLst>
                  <a:ext uri="{FF2B5EF4-FFF2-40B4-BE49-F238E27FC236}">
                    <a16:creationId xmlns:a16="http://schemas.microsoft.com/office/drawing/2014/main" id="{37A6C798-671A-AACA-DAD5-F8309506577E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596" name="Google Shape;13599;p91">
                  <a:extLst>
                    <a:ext uri="{FF2B5EF4-FFF2-40B4-BE49-F238E27FC236}">
                      <a16:creationId xmlns:a16="http://schemas.microsoft.com/office/drawing/2014/main" id="{CF380ECC-35A8-628D-B7B1-97442B717CDE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DCEAF">
                    <a:lumMod val="40000"/>
                    <a:lumOff val="60000"/>
                  </a:srgbClr>
                </a:solidFill>
                <a:ln>
                  <a:solidFill>
                    <a:srgbClr val="5DCEA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97" name="Google Shape;13600;p91">
                  <a:extLst>
                    <a:ext uri="{FF2B5EF4-FFF2-40B4-BE49-F238E27FC236}">
                      <a16:creationId xmlns:a16="http://schemas.microsoft.com/office/drawing/2014/main" id="{3BBFD907-4DAD-0096-82A6-E9F2B16ED981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DCEAF">
                    <a:lumMod val="40000"/>
                    <a:lumOff val="60000"/>
                  </a:srgbClr>
                </a:solidFill>
                <a:ln>
                  <a:solidFill>
                    <a:srgbClr val="5DCEA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04" name="Google Shape;13588;p91">
              <a:extLst>
                <a:ext uri="{FF2B5EF4-FFF2-40B4-BE49-F238E27FC236}">
                  <a16:creationId xmlns:a16="http://schemas.microsoft.com/office/drawing/2014/main" id="{8D6143EB-0830-8020-F668-FC0B71EE899B}"/>
                </a:ext>
              </a:extLst>
            </p:cNvPr>
            <p:cNvGrpSpPr/>
            <p:nvPr/>
          </p:nvGrpSpPr>
          <p:grpSpPr>
            <a:xfrm>
              <a:off x="2421594" y="2827021"/>
              <a:ext cx="539378" cy="461203"/>
              <a:chOff x="7636443" y="1204988"/>
              <a:chExt cx="804565" cy="677795"/>
            </a:xfrm>
          </p:grpSpPr>
          <p:grpSp>
            <p:nvGrpSpPr>
              <p:cNvPr id="605" name="Google Shape;13589;p91">
                <a:extLst>
                  <a:ext uri="{FF2B5EF4-FFF2-40B4-BE49-F238E27FC236}">
                    <a16:creationId xmlns:a16="http://schemas.microsoft.com/office/drawing/2014/main" id="{DDCA7B0B-4005-DEEE-2B9A-AFA66E7FFAE3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615" name="Google Shape;13590;p91">
                  <a:extLst>
                    <a:ext uri="{FF2B5EF4-FFF2-40B4-BE49-F238E27FC236}">
                      <a16:creationId xmlns:a16="http://schemas.microsoft.com/office/drawing/2014/main" id="{385F9845-2CDA-4164-5596-D0F97EB334A2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4E67C8">
                    <a:lumMod val="50000"/>
                  </a:srgbClr>
                </a:solidFill>
                <a:ln>
                  <a:solidFill>
                    <a:srgbClr val="4E67C8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16" name="Google Shape;13591;p91">
                  <a:extLst>
                    <a:ext uri="{FF2B5EF4-FFF2-40B4-BE49-F238E27FC236}">
                      <a16:creationId xmlns:a16="http://schemas.microsoft.com/office/drawing/2014/main" id="{28550027-EB33-9592-DE1A-E485693E8CEF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E67C8">
                    <a:lumMod val="50000"/>
                  </a:srgbClr>
                </a:solidFill>
                <a:ln>
                  <a:solidFill>
                    <a:srgbClr val="4E67C8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06" name="Google Shape;13592;p91">
                <a:extLst>
                  <a:ext uri="{FF2B5EF4-FFF2-40B4-BE49-F238E27FC236}">
                    <a16:creationId xmlns:a16="http://schemas.microsoft.com/office/drawing/2014/main" id="{913AA03A-DF22-4D73-D73D-3B292E0ECAF9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613" name="Google Shape;13593;p91">
                  <a:extLst>
                    <a:ext uri="{FF2B5EF4-FFF2-40B4-BE49-F238E27FC236}">
                      <a16:creationId xmlns:a16="http://schemas.microsoft.com/office/drawing/2014/main" id="{4C09195B-A56F-F8AA-631B-BF08044D19DC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4E67C8">
                    <a:lumMod val="75000"/>
                  </a:srgbClr>
                </a:solidFill>
                <a:ln>
                  <a:solidFill>
                    <a:srgbClr val="4E67C8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14" name="Google Shape;13594;p91">
                  <a:extLst>
                    <a:ext uri="{FF2B5EF4-FFF2-40B4-BE49-F238E27FC236}">
                      <a16:creationId xmlns:a16="http://schemas.microsoft.com/office/drawing/2014/main" id="{C930DB23-78CF-4B47-9D5A-2870910F3069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E67C8">
                    <a:lumMod val="75000"/>
                  </a:srgbClr>
                </a:solidFill>
                <a:ln>
                  <a:solidFill>
                    <a:srgbClr val="4E67C8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07" name="Google Shape;13595;p91">
                <a:extLst>
                  <a:ext uri="{FF2B5EF4-FFF2-40B4-BE49-F238E27FC236}">
                    <a16:creationId xmlns:a16="http://schemas.microsoft.com/office/drawing/2014/main" id="{9C802017-5EFC-99E5-C906-E619DB25DD89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611" name="Google Shape;13596;p91">
                  <a:extLst>
                    <a:ext uri="{FF2B5EF4-FFF2-40B4-BE49-F238E27FC236}">
                      <a16:creationId xmlns:a16="http://schemas.microsoft.com/office/drawing/2014/main" id="{5755D7E2-EAC2-D6D9-79C8-A54EA6134D50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4E67C8">
                    <a:lumMod val="60000"/>
                    <a:lumOff val="40000"/>
                  </a:srgbClr>
                </a:solidFill>
                <a:ln>
                  <a:solidFill>
                    <a:srgbClr val="4E67C8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12" name="Google Shape;13597;p91">
                  <a:extLst>
                    <a:ext uri="{FF2B5EF4-FFF2-40B4-BE49-F238E27FC236}">
                      <a16:creationId xmlns:a16="http://schemas.microsoft.com/office/drawing/2014/main" id="{DF54E77E-8D0D-8CA7-B3DA-AF452DF71907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E67C8">
                    <a:lumMod val="60000"/>
                    <a:lumOff val="40000"/>
                  </a:srgbClr>
                </a:solidFill>
                <a:ln>
                  <a:solidFill>
                    <a:srgbClr val="4E67C8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08" name="Google Shape;13598;p91">
                <a:extLst>
                  <a:ext uri="{FF2B5EF4-FFF2-40B4-BE49-F238E27FC236}">
                    <a16:creationId xmlns:a16="http://schemas.microsoft.com/office/drawing/2014/main" id="{746C0194-C3F9-D3F9-A6C4-44191B9798AB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609" name="Google Shape;13599;p91">
                  <a:extLst>
                    <a:ext uri="{FF2B5EF4-FFF2-40B4-BE49-F238E27FC236}">
                      <a16:creationId xmlns:a16="http://schemas.microsoft.com/office/drawing/2014/main" id="{178141DD-2D58-A149-15E0-D8C0906EEACE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4E67C8">
                    <a:lumMod val="40000"/>
                    <a:lumOff val="60000"/>
                  </a:srgbClr>
                </a:solidFill>
                <a:ln>
                  <a:solidFill>
                    <a:srgbClr val="4E67C8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10" name="Google Shape;13600;p91">
                  <a:extLst>
                    <a:ext uri="{FF2B5EF4-FFF2-40B4-BE49-F238E27FC236}">
                      <a16:creationId xmlns:a16="http://schemas.microsoft.com/office/drawing/2014/main" id="{F78B8D39-07FE-D335-5929-AED80BC14302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E67C8">
                    <a:lumMod val="40000"/>
                    <a:lumOff val="60000"/>
                  </a:srgbClr>
                </a:solidFill>
                <a:ln>
                  <a:solidFill>
                    <a:srgbClr val="4E67C8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17" name="Google Shape;13588;p91">
              <a:extLst>
                <a:ext uri="{FF2B5EF4-FFF2-40B4-BE49-F238E27FC236}">
                  <a16:creationId xmlns:a16="http://schemas.microsoft.com/office/drawing/2014/main" id="{2FF3EF14-FA97-762E-9C5A-D005A27BB952}"/>
                </a:ext>
              </a:extLst>
            </p:cNvPr>
            <p:cNvGrpSpPr/>
            <p:nvPr/>
          </p:nvGrpSpPr>
          <p:grpSpPr>
            <a:xfrm>
              <a:off x="1086249" y="2818311"/>
              <a:ext cx="539378" cy="461203"/>
              <a:chOff x="7636443" y="1204988"/>
              <a:chExt cx="804565" cy="677795"/>
            </a:xfrm>
          </p:grpSpPr>
          <p:grpSp>
            <p:nvGrpSpPr>
              <p:cNvPr id="618" name="Google Shape;13589;p91">
                <a:extLst>
                  <a:ext uri="{FF2B5EF4-FFF2-40B4-BE49-F238E27FC236}">
                    <a16:creationId xmlns:a16="http://schemas.microsoft.com/office/drawing/2014/main" id="{4C4EB416-F83D-3C9B-32E0-AE7F08D9B32E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628" name="Google Shape;13590;p91">
                  <a:extLst>
                    <a:ext uri="{FF2B5EF4-FFF2-40B4-BE49-F238E27FC236}">
                      <a16:creationId xmlns:a16="http://schemas.microsoft.com/office/drawing/2014/main" id="{0650F759-71BC-8FFD-0CE5-AB8BEEC4B58F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29" name="Google Shape;13591;p91">
                  <a:extLst>
                    <a:ext uri="{FF2B5EF4-FFF2-40B4-BE49-F238E27FC236}">
                      <a16:creationId xmlns:a16="http://schemas.microsoft.com/office/drawing/2014/main" id="{0AACF46C-A41B-F6EB-03B3-632F3F7A487A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19" name="Google Shape;13592;p91">
                <a:extLst>
                  <a:ext uri="{FF2B5EF4-FFF2-40B4-BE49-F238E27FC236}">
                    <a16:creationId xmlns:a16="http://schemas.microsoft.com/office/drawing/2014/main" id="{02DE4602-DC70-54D7-FFA0-9558D2540216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626" name="Google Shape;13593;p91">
                  <a:extLst>
                    <a:ext uri="{FF2B5EF4-FFF2-40B4-BE49-F238E27FC236}">
                      <a16:creationId xmlns:a16="http://schemas.microsoft.com/office/drawing/2014/main" id="{49B835E5-1847-3904-5912-BB41A1E97112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4DCFA">
                    <a:lumMod val="25000"/>
                  </a:srgbClr>
                </a:solidFill>
                <a:ln>
                  <a:solidFill>
                    <a:srgbClr val="B4DCFA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27" name="Google Shape;13594;p91">
                  <a:extLst>
                    <a:ext uri="{FF2B5EF4-FFF2-40B4-BE49-F238E27FC236}">
                      <a16:creationId xmlns:a16="http://schemas.microsoft.com/office/drawing/2014/main" id="{18B827C5-485D-C40D-88FE-897E45CCCCCD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4DCFA">
                    <a:lumMod val="25000"/>
                  </a:srgbClr>
                </a:solidFill>
                <a:ln>
                  <a:solidFill>
                    <a:srgbClr val="B4DCFA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20" name="Google Shape;13595;p91">
                <a:extLst>
                  <a:ext uri="{FF2B5EF4-FFF2-40B4-BE49-F238E27FC236}">
                    <a16:creationId xmlns:a16="http://schemas.microsoft.com/office/drawing/2014/main" id="{E5106754-772E-A8A1-D7DA-0245EB1C465C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624" name="Google Shape;13596;p91">
                  <a:extLst>
                    <a:ext uri="{FF2B5EF4-FFF2-40B4-BE49-F238E27FC236}">
                      <a16:creationId xmlns:a16="http://schemas.microsoft.com/office/drawing/2014/main" id="{54D5CA12-F4E2-3708-912F-0B221D5D4E1D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4DCFA">
                    <a:lumMod val="50000"/>
                  </a:srgbClr>
                </a:solidFill>
                <a:ln>
                  <a:solidFill>
                    <a:srgbClr val="B4DCFA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25" name="Google Shape;13597;p91">
                  <a:extLst>
                    <a:ext uri="{FF2B5EF4-FFF2-40B4-BE49-F238E27FC236}">
                      <a16:creationId xmlns:a16="http://schemas.microsoft.com/office/drawing/2014/main" id="{959E2C07-A9CB-ED5F-5190-0254B04643F4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4DCFA">
                    <a:lumMod val="50000"/>
                  </a:srgbClr>
                </a:solidFill>
                <a:ln>
                  <a:solidFill>
                    <a:srgbClr val="B4DCFA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21" name="Google Shape;13598;p91">
                <a:extLst>
                  <a:ext uri="{FF2B5EF4-FFF2-40B4-BE49-F238E27FC236}">
                    <a16:creationId xmlns:a16="http://schemas.microsoft.com/office/drawing/2014/main" id="{579F3515-4E16-89CD-71CB-6DE49C7462D3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622" name="Google Shape;13599;p91">
                  <a:extLst>
                    <a:ext uri="{FF2B5EF4-FFF2-40B4-BE49-F238E27FC236}">
                      <a16:creationId xmlns:a16="http://schemas.microsoft.com/office/drawing/2014/main" id="{2A258673-819E-8C5B-F941-16D92C60088B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4DCFA">
                    <a:lumMod val="75000"/>
                  </a:srgbClr>
                </a:solidFill>
                <a:ln>
                  <a:solidFill>
                    <a:srgbClr val="B4DCFA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23" name="Google Shape;13600;p91">
                  <a:extLst>
                    <a:ext uri="{FF2B5EF4-FFF2-40B4-BE49-F238E27FC236}">
                      <a16:creationId xmlns:a16="http://schemas.microsoft.com/office/drawing/2014/main" id="{0856FF25-0D42-C2B1-C85B-BC9A2C91CF48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4DCFA">
                    <a:lumMod val="75000"/>
                  </a:srgbClr>
                </a:solidFill>
                <a:ln>
                  <a:solidFill>
                    <a:srgbClr val="B4DCFA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30" name="Google Shape;13588;p91">
              <a:extLst>
                <a:ext uri="{FF2B5EF4-FFF2-40B4-BE49-F238E27FC236}">
                  <a16:creationId xmlns:a16="http://schemas.microsoft.com/office/drawing/2014/main" id="{0033CFEF-8DBB-D38C-356F-084E1F5881CB}"/>
                </a:ext>
              </a:extLst>
            </p:cNvPr>
            <p:cNvGrpSpPr/>
            <p:nvPr/>
          </p:nvGrpSpPr>
          <p:grpSpPr>
            <a:xfrm>
              <a:off x="2431555" y="2305468"/>
              <a:ext cx="539378" cy="461203"/>
              <a:chOff x="7636443" y="1204988"/>
              <a:chExt cx="804565" cy="677795"/>
            </a:xfrm>
          </p:grpSpPr>
          <p:grpSp>
            <p:nvGrpSpPr>
              <p:cNvPr id="631" name="Google Shape;13589;p91">
                <a:extLst>
                  <a:ext uri="{FF2B5EF4-FFF2-40B4-BE49-F238E27FC236}">
                    <a16:creationId xmlns:a16="http://schemas.microsoft.com/office/drawing/2014/main" id="{74C59695-C63B-EC72-240A-6A4D67D26C60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641" name="Google Shape;13590;p91">
                  <a:extLst>
                    <a:ext uri="{FF2B5EF4-FFF2-40B4-BE49-F238E27FC236}">
                      <a16:creationId xmlns:a16="http://schemas.microsoft.com/office/drawing/2014/main" id="{0E6F7F7E-8D67-B520-8CAE-EC1630A95F3E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42" name="Google Shape;13591;p91">
                  <a:extLst>
                    <a:ext uri="{FF2B5EF4-FFF2-40B4-BE49-F238E27FC236}">
                      <a16:creationId xmlns:a16="http://schemas.microsoft.com/office/drawing/2014/main" id="{9C6C6667-0E3C-9EB5-425F-BB1A341E95CC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32" name="Google Shape;13592;p91">
                <a:extLst>
                  <a:ext uri="{FF2B5EF4-FFF2-40B4-BE49-F238E27FC236}">
                    <a16:creationId xmlns:a16="http://schemas.microsoft.com/office/drawing/2014/main" id="{BFF4550B-E9FB-C4B0-5007-3381D9E864D6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639" name="Google Shape;13593;p91">
                  <a:extLst>
                    <a:ext uri="{FF2B5EF4-FFF2-40B4-BE49-F238E27FC236}">
                      <a16:creationId xmlns:a16="http://schemas.microsoft.com/office/drawing/2014/main" id="{5D48A9D3-7F2F-57A3-3719-85D02ECC9200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40" name="Google Shape;13594;p91">
                  <a:extLst>
                    <a:ext uri="{FF2B5EF4-FFF2-40B4-BE49-F238E27FC236}">
                      <a16:creationId xmlns:a16="http://schemas.microsoft.com/office/drawing/2014/main" id="{1B3C778E-4028-7D4A-87CF-72C9D3E98814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33" name="Google Shape;13595;p91">
                <a:extLst>
                  <a:ext uri="{FF2B5EF4-FFF2-40B4-BE49-F238E27FC236}">
                    <a16:creationId xmlns:a16="http://schemas.microsoft.com/office/drawing/2014/main" id="{85DA003D-6D16-9C55-C30D-F34C4670834A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637" name="Google Shape;13596;p91">
                  <a:extLst>
                    <a:ext uri="{FF2B5EF4-FFF2-40B4-BE49-F238E27FC236}">
                      <a16:creationId xmlns:a16="http://schemas.microsoft.com/office/drawing/2014/main" id="{6ED51F2F-7E8F-FB54-C137-B25D5126A095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8" name="Google Shape;13597;p91">
                  <a:extLst>
                    <a:ext uri="{FF2B5EF4-FFF2-40B4-BE49-F238E27FC236}">
                      <a16:creationId xmlns:a16="http://schemas.microsoft.com/office/drawing/2014/main" id="{D1F4A937-AA95-57C1-CFD6-8DEE4329A3F1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34" name="Google Shape;13598;p91">
                <a:extLst>
                  <a:ext uri="{FF2B5EF4-FFF2-40B4-BE49-F238E27FC236}">
                    <a16:creationId xmlns:a16="http://schemas.microsoft.com/office/drawing/2014/main" id="{EEA32E3F-163B-6BC0-1D22-0C36AC959CB3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635" name="Google Shape;13599;p91">
                  <a:extLst>
                    <a:ext uri="{FF2B5EF4-FFF2-40B4-BE49-F238E27FC236}">
                      <a16:creationId xmlns:a16="http://schemas.microsoft.com/office/drawing/2014/main" id="{312F4ECA-12A2-EB16-5DF3-70DD05BA1192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6" name="Google Shape;13600;p91">
                  <a:extLst>
                    <a:ext uri="{FF2B5EF4-FFF2-40B4-BE49-F238E27FC236}">
                      <a16:creationId xmlns:a16="http://schemas.microsoft.com/office/drawing/2014/main" id="{1DF82986-745E-7AFB-5B5D-937B9425F804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43" name="Google Shape;13588;p91">
              <a:extLst>
                <a:ext uri="{FF2B5EF4-FFF2-40B4-BE49-F238E27FC236}">
                  <a16:creationId xmlns:a16="http://schemas.microsoft.com/office/drawing/2014/main" id="{AB45F832-E49F-331D-C35A-BFB2949F4740}"/>
                </a:ext>
              </a:extLst>
            </p:cNvPr>
            <p:cNvGrpSpPr/>
            <p:nvPr/>
          </p:nvGrpSpPr>
          <p:grpSpPr>
            <a:xfrm>
              <a:off x="375011" y="1300113"/>
              <a:ext cx="539378" cy="461203"/>
              <a:chOff x="7636443" y="1204988"/>
              <a:chExt cx="804565" cy="677795"/>
            </a:xfrm>
          </p:grpSpPr>
          <p:grpSp>
            <p:nvGrpSpPr>
              <p:cNvPr id="644" name="Google Shape;13589;p91">
                <a:extLst>
                  <a:ext uri="{FF2B5EF4-FFF2-40B4-BE49-F238E27FC236}">
                    <a16:creationId xmlns:a16="http://schemas.microsoft.com/office/drawing/2014/main" id="{5035242A-DAE6-440E-B6E5-B397CCD952DD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654" name="Google Shape;13590;p91">
                  <a:extLst>
                    <a:ext uri="{FF2B5EF4-FFF2-40B4-BE49-F238E27FC236}">
                      <a16:creationId xmlns:a16="http://schemas.microsoft.com/office/drawing/2014/main" id="{66C2E5EE-3105-D9A0-3052-89B2C2B48741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57D3">
                    <a:lumMod val="50000"/>
                  </a:srgbClr>
                </a:solidFill>
                <a:ln>
                  <a:solidFill>
                    <a:srgbClr val="9B57D3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5" name="Google Shape;13591;p91">
                  <a:extLst>
                    <a:ext uri="{FF2B5EF4-FFF2-40B4-BE49-F238E27FC236}">
                      <a16:creationId xmlns:a16="http://schemas.microsoft.com/office/drawing/2014/main" id="{A2160A77-2B41-9ECF-136B-D5B791186910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57D3">
                    <a:lumMod val="50000"/>
                  </a:srgbClr>
                </a:solidFill>
                <a:ln>
                  <a:solidFill>
                    <a:srgbClr val="9B57D3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45" name="Google Shape;13592;p91">
                <a:extLst>
                  <a:ext uri="{FF2B5EF4-FFF2-40B4-BE49-F238E27FC236}">
                    <a16:creationId xmlns:a16="http://schemas.microsoft.com/office/drawing/2014/main" id="{926BECCD-D31F-883C-7892-B79320BFCAF1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652" name="Google Shape;13593;p91">
                  <a:extLst>
                    <a:ext uri="{FF2B5EF4-FFF2-40B4-BE49-F238E27FC236}">
                      <a16:creationId xmlns:a16="http://schemas.microsoft.com/office/drawing/2014/main" id="{086D027A-9CB2-F725-A536-743A0D134C89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57D3">
                    <a:lumMod val="75000"/>
                  </a:srgbClr>
                </a:solidFill>
                <a:ln>
                  <a:solidFill>
                    <a:srgbClr val="9B57D3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3" name="Google Shape;13594;p91">
                  <a:extLst>
                    <a:ext uri="{FF2B5EF4-FFF2-40B4-BE49-F238E27FC236}">
                      <a16:creationId xmlns:a16="http://schemas.microsoft.com/office/drawing/2014/main" id="{285A50A2-CF30-608B-63E3-CE95808FB21C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57D3">
                    <a:lumMod val="75000"/>
                  </a:srgbClr>
                </a:solidFill>
                <a:ln>
                  <a:solidFill>
                    <a:srgbClr val="9B57D3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46" name="Google Shape;13595;p91">
                <a:extLst>
                  <a:ext uri="{FF2B5EF4-FFF2-40B4-BE49-F238E27FC236}">
                    <a16:creationId xmlns:a16="http://schemas.microsoft.com/office/drawing/2014/main" id="{283DB891-08B1-4972-6591-3C2215B95B50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650" name="Google Shape;13596;p91">
                  <a:extLst>
                    <a:ext uri="{FF2B5EF4-FFF2-40B4-BE49-F238E27FC236}">
                      <a16:creationId xmlns:a16="http://schemas.microsoft.com/office/drawing/2014/main" id="{D7100209-7C64-3F55-DD4B-819292EE8EA9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57D3">
                    <a:lumMod val="60000"/>
                    <a:lumOff val="40000"/>
                  </a:srgbClr>
                </a:solidFill>
                <a:ln>
                  <a:solidFill>
                    <a:srgbClr val="9B57D3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1" name="Google Shape;13597;p91">
                  <a:extLst>
                    <a:ext uri="{FF2B5EF4-FFF2-40B4-BE49-F238E27FC236}">
                      <a16:creationId xmlns:a16="http://schemas.microsoft.com/office/drawing/2014/main" id="{CDAC18EF-3A37-A6C4-5032-B8091D19B007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57D3">
                    <a:lumMod val="60000"/>
                    <a:lumOff val="40000"/>
                  </a:srgbClr>
                </a:solidFill>
                <a:ln>
                  <a:solidFill>
                    <a:srgbClr val="9B57D3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47" name="Google Shape;13598;p91">
                <a:extLst>
                  <a:ext uri="{FF2B5EF4-FFF2-40B4-BE49-F238E27FC236}">
                    <a16:creationId xmlns:a16="http://schemas.microsoft.com/office/drawing/2014/main" id="{E85FC126-1710-2AC0-5618-6E51A4F5C85D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648" name="Google Shape;13599;p91">
                  <a:extLst>
                    <a:ext uri="{FF2B5EF4-FFF2-40B4-BE49-F238E27FC236}">
                      <a16:creationId xmlns:a16="http://schemas.microsoft.com/office/drawing/2014/main" id="{00D24EA1-9D77-C342-71C9-3504C8CB316D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57D3">
                    <a:lumMod val="40000"/>
                    <a:lumOff val="60000"/>
                  </a:srgbClr>
                </a:solidFill>
                <a:ln>
                  <a:solidFill>
                    <a:srgbClr val="9B57D3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49" name="Google Shape;13600;p91">
                  <a:extLst>
                    <a:ext uri="{FF2B5EF4-FFF2-40B4-BE49-F238E27FC236}">
                      <a16:creationId xmlns:a16="http://schemas.microsoft.com/office/drawing/2014/main" id="{AE694F13-82E2-4A13-FA03-095CFE88E31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57D3">
                    <a:lumMod val="40000"/>
                    <a:lumOff val="60000"/>
                  </a:srgbClr>
                </a:solidFill>
                <a:ln>
                  <a:solidFill>
                    <a:srgbClr val="9B57D3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56" name="Google Shape;13588;p91">
              <a:extLst>
                <a:ext uri="{FF2B5EF4-FFF2-40B4-BE49-F238E27FC236}">
                  <a16:creationId xmlns:a16="http://schemas.microsoft.com/office/drawing/2014/main" id="{B2163E82-0247-71B0-E787-D76B0B3C9DCB}"/>
                </a:ext>
              </a:extLst>
            </p:cNvPr>
            <p:cNvGrpSpPr/>
            <p:nvPr/>
          </p:nvGrpSpPr>
          <p:grpSpPr>
            <a:xfrm>
              <a:off x="1762144" y="1797704"/>
              <a:ext cx="539378" cy="461203"/>
              <a:chOff x="7636443" y="1204988"/>
              <a:chExt cx="804565" cy="677795"/>
            </a:xfrm>
          </p:grpSpPr>
          <p:grpSp>
            <p:nvGrpSpPr>
              <p:cNvPr id="657" name="Google Shape;13589;p91">
                <a:extLst>
                  <a:ext uri="{FF2B5EF4-FFF2-40B4-BE49-F238E27FC236}">
                    <a16:creationId xmlns:a16="http://schemas.microsoft.com/office/drawing/2014/main" id="{F39330DB-6E89-8A62-B183-DB467350E477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667" name="Google Shape;13590;p91">
                  <a:extLst>
                    <a:ext uri="{FF2B5EF4-FFF2-40B4-BE49-F238E27FC236}">
                      <a16:creationId xmlns:a16="http://schemas.microsoft.com/office/drawing/2014/main" id="{52C412C3-F43B-380A-C078-07541C1B9C74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50000"/>
                  </a:srgbClr>
                </a:solidFill>
                <a:ln>
                  <a:solidFill>
                    <a:srgbClr val="5982D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8" name="Google Shape;13591;p91">
                  <a:extLst>
                    <a:ext uri="{FF2B5EF4-FFF2-40B4-BE49-F238E27FC236}">
                      <a16:creationId xmlns:a16="http://schemas.microsoft.com/office/drawing/2014/main" id="{94523B0F-63AC-788D-C986-438CD5836B08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50000"/>
                  </a:srgbClr>
                </a:solidFill>
                <a:ln>
                  <a:solidFill>
                    <a:srgbClr val="5982D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58" name="Google Shape;13592;p91">
                <a:extLst>
                  <a:ext uri="{FF2B5EF4-FFF2-40B4-BE49-F238E27FC236}">
                    <a16:creationId xmlns:a16="http://schemas.microsoft.com/office/drawing/2014/main" id="{7878B60D-CAE9-BAC8-5E17-5C7C847F6016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665" name="Google Shape;13593;p91">
                  <a:extLst>
                    <a:ext uri="{FF2B5EF4-FFF2-40B4-BE49-F238E27FC236}">
                      <a16:creationId xmlns:a16="http://schemas.microsoft.com/office/drawing/2014/main" id="{EA4E9769-FEE7-8CA5-E163-CB4D0B803F2A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75000"/>
                  </a:srgbClr>
                </a:solidFill>
                <a:ln>
                  <a:solidFill>
                    <a:srgbClr val="5982D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6" name="Google Shape;13594;p91">
                  <a:extLst>
                    <a:ext uri="{FF2B5EF4-FFF2-40B4-BE49-F238E27FC236}">
                      <a16:creationId xmlns:a16="http://schemas.microsoft.com/office/drawing/2014/main" id="{192B98BF-410C-12C7-9920-7A70393109F4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75000"/>
                  </a:srgbClr>
                </a:solidFill>
                <a:ln>
                  <a:solidFill>
                    <a:srgbClr val="5982D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59" name="Google Shape;13595;p91">
                <a:extLst>
                  <a:ext uri="{FF2B5EF4-FFF2-40B4-BE49-F238E27FC236}">
                    <a16:creationId xmlns:a16="http://schemas.microsoft.com/office/drawing/2014/main" id="{A94D489D-62A0-3E15-65F7-7D36687D5FD6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663" name="Google Shape;13596;p91">
                  <a:extLst>
                    <a:ext uri="{FF2B5EF4-FFF2-40B4-BE49-F238E27FC236}">
                      <a16:creationId xmlns:a16="http://schemas.microsoft.com/office/drawing/2014/main" id="{35A2DA80-9DAD-91EE-FEBD-CDF3B3B27D07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60000"/>
                    <a:lumOff val="40000"/>
                  </a:srgbClr>
                </a:solidFill>
                <a:ln>
                  <a:solidFill>
                    <a:srgbClr val="5982DB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4" name="Google Shape;13597;p91">
                  <a:extLst>
                    <a:ext uri="{FF2B5EF4-FFF2-40B4-BE49-F238E27FC236}">
                      <a16:creationId xmlns:a16="http://schemas.microsoft.com/office/drawing/2014/main" id="{69993050-4C20-8570-68A9-804EC9408573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60000"/>
                    <a:lumOff val="40000"/>
                  </a:srgbClr>
                </a:solidFill>
                <a:ln>
                  <a:solidFill>
                    <a:srgbClr val="5982DB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60" name="Google Shape;13598;p91">
                <a:extLst>
                  <a:ext uri="{FF2B5EF4-FFF2-40B4-BE49-F238E27FC236}">
                    <a16:creationId xmlns:a16="http://schemas.microsoft.com/office/drawing/2014/main" id="{AD2F5B5F-7824-5437-C4AA-7C7D3F0777D9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661" name="Google Shape;13599;p91">
                  <a:extLst>
                    <a:ext uri="{FF2B5EF4-FFF2-40B4-BE49-F238E27FC236}">
                      <a16:creationId xmlns:a16="http://schemas.microsoft.com/office/drawing/2014/main" id="{6E2A3CEA-7901-95BD-FF75-94D9ABDCC4E1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40000"/>
                    <a:lumOff val="60000"/>
                  </a:srgbClr>
                </a:solidFill>
                <a:ln>
                  <a:solidFill>
                    <a:srgbClr val="5982DB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2" name="Google Shape;13600;p91">
                  <a:extLst>
                    <a:ext uri="{FF2B5EF4-FFF2-40B4-BE49-F238E27FC236}">
                      <a16:creationId xmlns:a16="http://schemas.microsoft.com/office/drawing/2014/main" id="{16253CE8-4071-7BB6-0D09-C076054E388E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40000"/>
                    <a:lumOff val="60000"/>
                  </a:srgbClr>
                </a:solidFill>
                <a:ln>
                  <a:solidFill>
                    <a:srgbClr val="5982DB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82" name="Google Shape;13588;p91">
              <a:extLst>
                <a:ext uri="{FF2B5EF4-FFF2-40B4-BE49-F238E27FC236}">
                  <a16:creationId xmlns:a16="http://schemas.microsoft.com/office/drawing/2014/main" id="{2B49B0C6-01ED-3BC3-9D2C-142EC441028D}"/>
                </a:ext>
              </a:extLst>
            </p:cNvPr>
            <p:cNvGrpSpPr/>
            <p:nvPr/>
          </p:nvGrpSpPr>
          <p:grpSpPr>
            <a:xfrm>
              <a:off x="1074301" y="1789339"/>
              <a:ext cx="539378" cy="461203"/>
              <a:chOff x="7636443" y="1204988"/>
              <a:chExt cx="804565" cy="677795"/>
            </a:xfrm>
          </p:grpSpPr>
          <p:grpSp>
            <p:nvGrpSpPr>
              <p:cNvPr id="683" name="Google Shape;13589;p91">
                <a:extLst>
                  <a:ext uri="{FF2B5EF4-FFF2-40B4-BE49-F238E27FC236}">
                    <a16:creationId xmlns:a16="http://schemas.microsoft.com/office/drawing/2014/main" id="{343FBBE3-AF0B-F511-985D-149DA27DC069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693" name="Google Shape;13590;p91">
                  <a:extLst>
                    <a:ext uri="{FF2B5EF4-FFF2-40B4-BE49-F238E27FC236}">
                      <a16:creationId xmlns:a16="http://schemas.microsoft.com/office/drawing/2014/main" id="{09561F84-9BA6-8247-A4D2-7B8ACB93E445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278F">
                    <a:lumMod val="50000"/>
                  </a:srgbClr>
                </a:solidFill>
                <a:ln>
                  <a:solidFill>
                    <a:srgbClr val="92278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94" name="Google Shape;13591;p91">
                  <a:extLst>
                    <a:ext uri="{FF2B5EF4-FFF2-40B4-BE49-F238E27FC236}">
                      <a16:creationId xmlns:a16="http://schemas.microsoft.com/office/drawing/2014/main" id="{5F49BF12-F2F0-946B-31CD-66030B7C80B1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278F">
                    <a:lumMod val="50000"/>
                  </a:srgbClr>
                </a:solidFill>
                <a:ln>
                  <a:solidFill>
                    <a:srgbClr val="92278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84" name="Google Shape;13592;p91">
                <a:extLst>
                  <a:ext uri="{FF2B5EF4-FFF2-40B4-BE49-F238E27FC236}">
                    <a16:creationId xmlns:a16="http://schemas.microsoft.com/office/drawing/2014/main" id="{03086DEE-3A9C-3A0F-F87B-0E52AD6048EF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691" name="Google Shape;13593;p91">
                  <a:extLst>
                    <a:ext uri="{FF2B5EF4-FFF2-40B4-BE49-F238E27FC236}">
                      <a16:creationId xmlns:a16="http://schemas.microsoft.com/office/drawing/2014/main" id="{FE903F3C-6E07-831A-834B-3B0C41C01F66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278F">
                    <a:lumMod val="75000"/>
                  </a:srgbClr>
                </a:solidFill>
                <a:ln>
                  <a:solidFill>
                    <a:srgbClr val="92278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92" name="Google Shape;13594;p91">
                  <a:extLst>
                    <a:ext uri="{FF2B5EF4-FFF2-40B4-BE49-F238E27FC236}">
                      <a16:creationId xmlns:a16="http://schemas.microsoft.com/office/drawing/2014/main" id="{2D625DFA-D973-D53A-F57D-A6F0C31C03D4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278F">
                    <a:lumMod val="75000"/>
                  </a:srgbClr>
                </a:solidFill>
                <a:ln>
                  <a:solidFill>
                    <a:srgbClr val="92278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85" name="Google Shape;13595;p91">
                <a:extLst>
                  <a:ext uri="{FF2B5EF4-FFF2-40B4-BE49-F238E27FC236}">
                    <a16:creationId xmlns:a16="http://schemas.microsoft.com/office/drawing/2014/main" id="{C1C1A49C-73D3-3306-6234-FFAE6F23DF4B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689" name="Google Shape;13596;p91">
                  <a:extLst>
                    <a:ext uri="{FF2B5EF4-FFF2-40B4-BE49-F238E27FC236}">
                      <a16:creationId xmlns:a16="http://schemas.microsoft.com/office/drawing/2014/main" id="{510236FB-A77A-1453-0C61-9512F71791DA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278F">
                    <a:lumMod val="60000"/>
                    <a:lumOff val="40000"/>
                  </a:srgbClr>
                </a:solidFill>
                <a:ln>
                  <a:solidFill>
                    <a:srgbClr val="92278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90" name="Google Shape;13597;p91">
                  <a:extLst>
                    <a:ext uri="{FF2B5EF4-FFF2-40B4-BE49-F238E27FC236}">
                      <a16:creationId xmlns:a16="http://schemas.microsoft.com/office/drawing/2014/main" id="{79EDC62C-B3EA-142A-D9CD-8262295B8B0C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278F">
                    <a:lumMod val="60000"/>
                    <a:lumOff val="40000"/>
                  </a:srgbClr>
                </a:solidFill>
                <a:ln>
                  <a:solidFill>
                    <a:srgbClr val="92278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86" name="Google Shape;13598;p91">
                <a:extLst>
                  <a:ext uri="{FF2B5EF4-FFF2-40B4-BE49-F238E27FC236}">
                    <a16:creationId xmlns:a16="http://schemas.microsoft.com/office/drawing/2014/main" id="{CFA7786B-594A-8466-7CD5-79BEA61E0B4D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687" name="Google Shape;13599;p91">
                  <a:extLst>
                    <a:ext uri="{FF2B5EF4-FFF2-40B4-BE49-F238E27FC236}">
                      <a16:creationId xmlns:a16="http://schemas.microsoft.com/office/drawing/2014/main" id="{FB15025F-8953-1EDE-A2BC-650B06F213D2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278F">
                    <a:lumMod val="40000"/>
                    <a:lumOff val="60000"/>
                  </a:srgbClr>
                </a:solidFill>
                <a:ln>
                  <a:solidFill>
                    <a:srgbClr val="92278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8" name="Google Shape;13600;p91">
                  <a:extLst>
                    <a:ext uri="{FF2B5EF4-FFF2-40B4-BE49-F238E27FC236}">
                      <a16:creationId xmlns:a16="http://schemas.microsoft.com/office/drawing/2014/main" id="{E7422608-0C74-CFF1-0BFD-152F0242D58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278F">
                    <a:lumMod val="40000"/>
                    <a:lumOff val="60000"/>
                  </a:srgbClr>
                </a:solidFill>
                <a:ln>
                  <a:solidFill>
                    <a:srgbClr val="92278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95" name="Google Shape;13588;p91">
              <a:extLst>
                <a:ext uri="{FF2B5EF4-FFF2-40B4-BE49-F238E27FC236}">
                  <a16:creationId xmlns:a16="http://schemas.microsoft.com/office/drawing/2014/main" id="{171AC6E1-EFA4-8EAC-C390-7B9330E561B7}"/>
                </a:ext>
              </a:extLst>
            </p:cNvPr>
            <p:cNvGrpSpPr/>
            <p:nvPr/>
          </p:nvGrpSpPr>
          <p:grpSpPr>
            <a:xfrm>
              <a:off x="1764602" y="1285329"/>
              <a:ext cx="539378" cy="461203"/>
              <a:chOff x="7636443" y="1204988"/>
              <a:chExt cx="804565" cy="677795"/>
            </a:xfrm>
          </p:grpSpPr>
          <p:grpSp>
            <p:nvGrpSpPr>
              <p:cNvPr id="696" name="Google Shape;13589;p91">
                <a:extLst>
                  <a:ext uri="{FF2B5EF4-FFF2-40B4-BE49-F238E27FC236}">
                    <a16:creationId xmlns:a16="http://schemas.microsoft.com/office/drawing/2014/main" id="{817D48BF-AD9E-8D00-05FD-3325DE0398F7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706" name="Google Shape;13590;p91">
                  <a:extLst>
                    <a:ext uri="{FF2B5EF4-FFF2-40B4-BE49-F238E27FC236}">
                      <a16:creationId xmlns:a16="http://schemas.microsoft.com/office/drawing/2014/main" id="{5AF12E7E-4349-79F5-AE01-2B966063D1B8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7" name="Google Shape;13591;p91">
                  <a:extLst>
                    <a:ext uri="{FF2B5EF4-FFF2-40B4-BE49-F238E27FC236}">
                      <a16:creationId xmlns:a16="http://schemas.microsoft.com/office/drawing/2014/main" id="{70CA2755-4FB7-E623-990F-D3F0C5A27D60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97" name="Google Shape;13592;p91">
                <a:extLst>
                  <a:ext uri="{FF2B5EF4-FFF2-40B4-BE49-F238E27FC236}">
                    <a16:creationId xmlns:a16="http://schemas.microsoft.com/office/drawing/2014/main" id="{E4045453-8713-E112-E41A-6616FDA84107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704" name="Google Shape;13593;p91">
                  <a:extLst>
                    <a:ext uri="{FF2B5EF4-FFF2-40B4-BE49-F238E27FC236}">
                      <a16:creationId xmlns:a16="http://schemas.microsoft.com/office/drawing/2014/main" id="{5E18FF0E-C010-F408-3ABC-7B635A3589EA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AE5EB">
                    <a:lumMod val="25000"/>
                  </a:srgbClr>
                </a:solidFill>
                <a:ln>
                  <a:solidFill>
                    <a:srgbClr val="EAE5EB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5" name="Google Shape;13594;p91">
                  <a:extLst>
                    <a:ext uri="{FF2B5EF4-FFF2-40B4-BE49-F238E27FC236}">
                      <a16:creationId xmlns:a16="http://schemas.microsoft.com/office/drawing/2014/main" id="{84EDD56F-7A9D-4B06-4E68-0DFCF39E64A3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AE5EB">
                    <a:lumMod val="25000"/>
                  </a:srgbClr>
                </a:solidFill>
                <a:ln>
                  <a:solidFill>
                    <a:srgbClr val="EAE5EB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98" name="Google Shape;13595;p91">
                <a:extLst>
                  <a:ext uri="{FF2B5EF4-FFF2-40B4-BE49-F238E27FC236}">
                    <a16:creationId xmlns:a16="http://schemas.microsoft.com/office/drawing/2014/main" id="{A65C71A4-64A2-0051-8506-FEA353727315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702" name="Google Shape;13596;p91">
                  <a:extLst>
                    <a:ext uri="{FF2B5EF4-FFF2-40B4-BE49-F238E27FC236}">
                      <a16:creationId xmlns:a16="http://schemas.microsoft.com/office/drawing/2014/main" id="{15DE3E31-1840-FA03-AB55-3CD61CBBCBCB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AE5EB">
                    <a:lumMod val="50000"/>
                  </a:srgbClr>
                </a:solidFill>
                <a:ln>
                  <a:solidFill>
                    <a:srgbClr val="EAE5E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3" name="Google Shape;13597;p91">
                  <a:extLst>
                    <a:ext uri="{FF2B5EF4-FFF2-40B4-BE49-F238E27FC236}">
                      <a16:creationId xmlns:a16="http://schemas.microsoft.com/office/drawing/2014/main" id="{5F972847-B9B3-8B7E-5ACD-A3C731F51F58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AE5EB">
                    <a:lumMod val="50000"/>
                  </a:srgbClr>
                </a:solidFill>
                <a:ln>
                  <a:solidFill>
                    <a:srgbClr val="EAE5E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99" name="Google Shape;13598;p91">
                <a:extLst>
                  <a:ext uri="{FF2B5EF4-FFF2-40B4-BE49-F238E27FC236}">
                    <a16:creationId xmlns:a16="http://schemas.microsoft.com/office/drawing/2014/main" id="{491054E2-85E9-F36F-5596-AB7AB85E42E3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700" name="Google Shape;13599;p91">
                  <a:extLst>
                    <a:ext uri="{FF2B5EF4-FFF2-40B4-BE49-F238E27FC236}">
                      <a16:creationId xmlns:a16="http://schemas.microsoft.com/office/drawing/2014/main" id="{70C079C3-74E5-A58D-C013-61734D4ECC9B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AE5EB">
                    <a:lumMod val="75000"/>
                  </a:srgbClr>
                </a:solidFill>
                <a:ln>
                  <a:solidFill>
                    <a:srgbClr val="EAE5E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1" name="Google Shape;13600;p91">
                  <a:extLst>
                    <a:ext uri="{FF2B5EF4-FFF2-40B4-BE49-F238E27FC236}">
                      <a16:creationId xmlns:a16="http://schemas.microsoft.com/office/drawing/2014/main" id="{770D7EDC-F037-2F97-FD04-F49A7EA06FEA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AE5EB">
                    <a:lumMod val="75000"/>
                  </a:srgbClr>
                </a:solidFill>
                <a:ln>
                  <a:solidFill>
                    <a:srgbClr val="EAE5E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708" name="Google Shape;13588;p91">
              <a:extLst>
                <a:ext uri="{FF2B5EF4-FFF2-40B4-BE49-F238E27FC236}">
                  <a16:creationId xmlns:a16="http://schemas.microsoft.com/office/drawing/2014/main" id="{E9533F01-B9A8-9D18-DE83-F86049B07F25}"/>
                </a:ext>
              </a:extLst>
            </p:cNvPr>
            <p:cNvGrpSpPr/>
            <p:nvPr/>
          </p:nvGrpSpPr>
          <p:grpSpPr>
            <a:xfrm>
              <a:off x="1064838" y="790594"/>
              <a:ext cx="539378" cy="461203"/>
              <a:chOff x="7636443" y="1204988"/>
              <a:chExt cx="804565" cy="677795"/>
            </a:xfrm>
          </p:grpSpPr>
          <p:grpSp>
            <p:nvGrpSpPr>
              <p:cNvPr id="709" name="Google Shape;13589;p91">
                <a:extLst>
                  <a:ext uri="{FF2B5EF4-FFF2-40B4-BE49-F238E27FC236}">
                    <a16:creationId xmlns:a16="http://schemas.microsoft.com/office/drawing/2014/main" id="{70929FAC-5ABD-F003-15AF-DE6C23675256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719" name="Google Shape;13590;p91">
                  <a:extLst>
                    <a:ext uri="{FF2B5EF4-FFF2-40B4-BE49-F238E27FC236}">
                      <a16:creationId xmlns:a16="http://schemas.microsoft.com/office/drawing/2014/main" id="{ACAE119D-C808-4FF4-995F-7C79EE18283B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50000"/>
                  </a:srgbClr>
                </a:solidFill>
                <a:ln>
                  <a:solidFill>
                    <a:srgbClr val="5982D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20" name="Google Shape;13591;p91">
                  <a:extLst>
                    <a:ext uri="{FF2B5EF4-FFF2-40B4-BE49-F238E27FC236}">
                      <a16:creationId xmlns:a16="http://schemas.microsoft.com/office/drawing/2014/main" id="{337068A8-95F8-2306-F859-AEBCC3D7D3D2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50000"/>
                  </a:srgbClr>
                </a:solidFill>
                <a:ln>
                  <a:solidFill>
                    <a:srgbClr val="5982D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10" name="Google Shape;13592;p91">
                <a:extLst>
                  <a:ext uri="{FF2B5EF4-FFF2-40B4-BE49-F238E27FC236}">
                    <a16:creationId xmlns:a16="http://schemas.microsoft.com/office/drawing/2014/main" id="{AD20B04D-FD7A-02D4-1034-667E0A5D14FF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717" name="Google Shape;13593;p91">
                  <a:extLst>
                    <a:ext uri="{FF2B5EF4-FFF2-40B4-BE49-F238E27FC236}">
                      <a16:creationId xmlns:a16="http://schemas.microsoft.com/office/drawing/2014/main" id="{DD03A78E-9B3D-79E1-24FF-017A3DF0B4E5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75000"/>
                  </a:srgbClr>
                </a:solidFill>
                <a:ln>
                  <a:solidFill>
                    <a:srgbClr val="5982D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8" name="Google Shape;13594;p91">
                  <a:extLst>
                    <a:ext uri="{FF2B5EF4-FFF2-40B4-BE49-F238E27FC236}">
                      <a16:creationId xmlns:a16="http://schemas.microsoft.com/office/drawing/2014/main" id="{8C189806-9131-E321-D1B3-0B613D297F7A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75000"/>
                  </a:srgbClr>
                </a:solidFill>
                <a:ln>
                  <a:solidFill>
                    <a:srgbClr val="5982D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11" name="Google Shape;13595;p91">
                <a:extLst>
                  <a:ext uri="{FF2B5EF4-FFF2-40B4-BE49-F238E27FC236}">
                    <a16:creationId xmlns:a16="http://schemas.microsoft.com/office/drawing/2014/main" id="{29D1F060-E8E4-469F-797A-12C27453EBF0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715" name="Google Shape;13596;p91">
                  <a:extLst>
                    <a:ext uri="{FF2B5EF4-FFF2-40B4-BE49-F238E27FC236}">
                      <a16:creationId xmlns:a16="http://schemas.microsoft.com/office/drawing/2014/main" id="{7325112A-3AB6-AE67-D787-2BBC7B1296DF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60000"/>
                    <a:lumOff val="40000"/>
                  </a:srgbClr>
                </a:solidFill>
                <a:ln>
                  <a:solidFill>
                    <a:srgbClr val="5982DB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6" name="Google Shape;13597;p91">
                  <a:extLst>
                    <a:ext uri="{FF2B5EF4-FFF2-40B4-BE49-F238E27FC236}">
                      <a16:creationId xmlns:a16="http://schemas.microsoft.com/office/drawing/2014/main" id="{2DD43C68-0EB4-37E7-D337-657A03F0220C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60000"/>
                    <a:lumOff val="40000"/>
                  </a:srgbClr>
                </a:solidFill>
                <a:ln>
                  <a:solidFill>
                    <a:srgbClr val="5982DB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12" name="Google Shape;13598;p91">
                <a:extLst>
                  <a:ext uri="{FF2B5EF4-FFF2-40B4-BE49-F238E27FC236}">
                    <a16:creationId xmlns:a16="http://schemas.microsoft.com/office/drawing/2014/main" id="{44867B6B-95EA-4FA9-0998-17A87F440EEA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713" name="Google Shape;13599;p91">
                  <a:extLst>
                    <a:ext uri="{FF2B5EF4-FFF2-40B4-BE49-F238E27FC236}">
                      <a16:creationId xmlns:a16="http://schemas.microsoft.com/office/drawing/2014/main" id="{0E58CC03-1931-4290-5485-3BA91EB88900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40000"/>
                    <a:lumOff val="60000"/>
                  </a:srgbClr>
                </a:solidFill>
                <a:ln>
                  <a:solidFill>
                    <a:srgbClr val="5982DB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4" name="Google Shape;13600;p91">
                  <a:extLst>
                    <a:ext uri="{FF2B5EF4-FFF2-40B4-BE49-F238E27FC236}">
                      <a16:creationId xmlns:a16="http://schemas.microsoft.com/office/drawing/2014/main" id="{76FA635E-37E6-2227-0A66-A5FE028C245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40000"/>
                    <a:lumOff val="60000"/>
                  </a:srgbClr>
                </a:solidFill>
                <a:ln>
                  <a:solidFill>
                    <a:srgbClr val="5982DB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721" name="Google Shape;13588;p91">
              <a:extLst>
                <a:ext uri="{FF2B5EF4-FFF2-40B4-BE49-F238E27FC236}">
                  <a16:creationId xmlns:a16="http://schemas.microsoft.com/office/drawing/2014/main" id="{CA01721A-D568-CA9A-3DAB-A36B4C591CB7}"/>
                </a:ext>
              </a:extLst>
            </p:cNvPr>
            <p:cNvGrpSpPr/>
            <p:nvPr/>
          </p:nvGrpSpPr>
          <p:grpSpPr>
            <a:xfrm>
              <a:off x="375011" y="784143"/>
              <a:ext cx="539378" cy="461203"/>
              <a:chOff x="7636443" y="1204988"/>
              <a:chExt cx="804565" cy="677795"/>
            </a:xfrm>
          </p:grpSpPr>
          <p:grpSp>
            <p:nvGrpSpPr>
              <p:cNvPr id="722" name="Google Shape;13589;p91">
                <a:extLst>
                  <a:ext uri="{FF2B5EF4-FFF2-40B4-BE49-F238E27FC236}">
                    <a16:creationId xmlns:a16="http://schemas.microsoft.com/office/drawing/2014/main" id="{438192BE-B111-9EA3-2D60-37A9A126579A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732" name="Google Shape;13590;p91">
                  <a:extLst>
                    <a:ext uri="{FF2B5EF4-FFF2-40B4-BE49-F238E27FC236}">
                      <a16:creationId xmlns:a16="http://schemas.microsoft.com/office/drawing/2014/main" id="{2CEDA2EE-1D65-BE92-DCB1-D003A5E73C09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2D1F">
                    <a:lumMod val="50000"/>
                  </a:srgbClr>
                </a:solidFill>
                <a:ln>
                  <a:solidFill>
                    <a:srgbClr val="9B2D1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33" name="Google Shape;13591;p91">
                  <a:extLst>
                    <a:ext uri="{FF2B5EF4-FFF2-40B4-BE49-F238E27FC236}">
                      <a16:creationId xmlns:a16="http://schemas.microsoft.com/office/drawing/2014/main" id="{59130999-4FDA-A362-BE03-D9B0125E9E9A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2D1F">
                    <a:lumMod val="50000"/>
                  </a:srgbClr>
                </a:solidFill>
                <a:ln>
                  <a:solidFill>
                    <a:srgbClr val="9B2D1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23" name="Google Shape;13592;p91">
                <a:extLst>
                  <a:ext uri="{FF2B5EF4-FFF2-40B4-BE49-F238E27FC236}">
                    <a16:creationId xmlns:a16="http://schemas.microsoft.com/office/drawing/2014/main" id="{B0E65E37-F772-757C-714D-235B2E62179F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730" name="Google Shape;13593;p91">
                  <a:extLst>
                    <a:ext uri="{FF2B5EF4-FFF2-40B4-BE49-F238E27FC236}">
                      <a16:creationId xmlns:a16="http://schemas.microsoft.com/office/drawing/2014/main" id="{F8E11628-7C4B-5325-4B67-F9D20DF9D81C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2D1F">
                    <a:lumMod val="75000"/>
                  </a:srgbClr>
                </a:solidFill>
                <a:ln>
                  <a:solidFill>
                    <a:srgbClr val="9B2D1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31" name="Google Shape;13594;p91">
                  <a:extLst>
                    <a:ext uri="{FF2B5EF4-FFF2-40B4-BE49-F238E27FC236}">
                      <a16:creationId xmlns:a16="http://schemas.microsoft.com/office/drawing/2014/main" id="{7FEF0F02-6E2C-3ECD-F0A8-B1BB559BDCFD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2D1F">
                    <a:lumMod val="75000"/>
                  </a:srgbClr>
                </a:solidFill>
                <a:ln>
                  <a:solidFill>
                    <a:srgbClr val="9B2D1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24" name="Google Shape;13595;p91">
                <a:extLst>
                  <a:ext uri="{FF2B5EF4-FFF2-40B4-BE49-F238E27FC236}">
                    <a16:creationId xmlns:a16="http://schemas.microsoft.com/office/drawing/2014/main" id="{84087E01-E1CF-31A2-24C3-9B17BB997848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728" name="Google Shape;13596;p91">
                  <a:extLst>
                    <a:ext uri="{FF2B5EF4-FFF2-40B4-BE49-F238E27FC236}">
                      <a16:creationId xmlns:a16="http://schemas.microsoft.com/office/drawing/2014/main" id="{75CEC327-1601-38DC-0E3A-44D1DB422192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2D1F">
                    <a:lumMod val="60000"/>
                    <a:lumOff val="40000"/>
                  </a:srgbClr>
                </a:solidFill>
                <a:ln>
                  <a:solidFill>
                    <a:srgbClr val="9B2D1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29" name="Google Shape;13597;p91">
                  <a:extLst>
                    <a:ext uri="{FF2B5EF4-FFF2-40B4-BE49-F238E27FC236}">
                      <a16:creationId xmlns:a16="http://schemas.microsoft.com/office/drawing/2014/main" id="{B639F9C4-6646-B36E-959D-3B72C4009328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2D1F">
                    <a:lumMod val="60000"/>
                    <a:lumOff val="40000"/>
                  </a:srgbClr>
                </a:solidFill>
                <a:ln>
                  <a:solidFill>
                    <a:srgbClr val="9B2D1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25" name="Google Shape;13598;p91">
                <a:extLst>
                  <a:ext uri="{FF2B5EF4-FFF2-40B4-BE49-F238E27FC236}">
                    <a16:creationId xmlns:a16="http://schemas.microsoft.com/office/drawing/2014/main" id="{BED40124-0820-0672-93C4-AB3FC07878EC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726" name="Google Shape;13599;p91">
                  <a:extLst>
                    <a:ext uri="{FF2B5EF4-FFF2-40B4-BE49-F238E27FC236}">
                      <a16:creationId xmlns:a16="http://schemas.microsoft.com/office/drawing/2014/main" id="{28F61BD8-DE0D-B099-C4C5-54252F0C4B8C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2D1F">
                    <a:lumMod val="40000"/>
                    <a:lumOff val="60000"/>
                  </a:srgbClr>
                </a:solidFill>
                <a:ln>
                  <a:solidFill>
                    <a:srgbClr val="9B2D1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27" name="Google Shape;13600;p91">
                  <a:extLst>
                    <a:ext uri="{FF2B5EF4-FFF2-40B4-BE49-F238E27FC236}">
                      <a16:creationId xmlns:a16="http://schemas.microsoft.com/office/drawing/2014/main" id="{36C9A324-5D38-BDC7-505C-27D8D5E6A4ED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2D1F">
                    <a:lumMod val="40000"/>
                    <a:lumOff val="60000"/>
                  </a:srgbClr>
                </a:solidFill>
                <a:ln>
                  <a:solidFill>
                    <a:srgbClr val="9B2D1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747" name="Google Shape;13588;p91">
              <a:extLst>
                <a:ext uri="{FF2B5EF4-FFF2-40B4-BE49-F238E27FC236}">
                  <a16:creationId xmlns:a16="http://schemas.microsoft.com/office/drawing/2014/main" id="{EB64E8F8-91D1-999F-C67A-2E61064829B3}"/>
                </a:ext>
              </a:extLst>
            </p:cNvPr>
            <p:cNvGrpSpPr/>
            <p:nvPr/>
          </p:nvGrpSpPr>
          <p:grpSpPr>
            <a:xfrm>
              <a:off x="382456" y="2822700"/>
              <a:ext cx="539378" cy="461203"/>
              <a:chOff x="7636443" y="1204988"/>
              <a:chExt cx="804565" cy="677795"/>
            </a:xfrm>
          </p:grpSpPr>
          <p:grpSp>
            <p:nvGrpSpPr>
              <p:cNvPr id="748" name="Google Shape;13589;p91">
                <a:extLst>
                  <a:ext uri="{FF2B5EF4-FFF2-40B4-BE49-F238E27FC236}">
                    <a16:creationId xmlns:a16="http://schemas.microsoft.com/office/drawing/2014/main" id="{5D8B3E29-7B99-756D-25C7-1C9DF4DA9590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758" name="Google Shape;13590;p91">
                  <a:extLst>
                    <a:ext uri="{FF2B5EF4-FFF2-40B4-BE49-F238E27FC236}">
                      <a16:creationId xmlns:a16="http://schemas.microsoft.com/office/drawing/2014/main" id="{2174B541-80E4-800B-C805-B47EA9CB3848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56251">
                    <a:lumMod val="50000"/>
                  </a:srgbClr>
                </a:solidFill>
                <a:ln>
                  <a:solidFill>
                    <a:srgbClr val="956251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59" name="Google Shape;13591;p91">
                  <a:extLst>
                    <a:ext uri="{FF2B5EF4-FFF2-40B4-BE49-F238E27FC236}">
                      <a16:creationId xmlns:a16="http://schemas.microsoft.com/office/drawing/2014/main" id="{992EB9F3-0A25-7D76-56A3-2B6CF477D1E7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56251">
                    <a:lumMod val="50000"/>
                  </a:srgbClr>
                </a:solidFill>
                <a:ln>
                  <a:solidFill>
                    <a:srgbClr val="956251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49" name="Google Shape;13592;p91">
                <a:extLst>
                  <a:ext uri="{FF2B5EF4-FFF2-40B4-BE49-F238E27FC236}">
                    <a16:creationId xmlns:a16="http://schemas.microsoft.com/office/drawing/2014/main" id="{EB144686-3688-47EE-E4F1-051608E16BFE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756" name="Google Shape;13593;p91">
                  <a:extLst>
                    <a:ext uri="{FF2B5EF4-FFF2-40B4-BE49-F238E27FC236}">
                      <a16:creationId xmlns:a16="http://schemas.microsoft.com/office/drawing/2014/main" id="{39B208C0-7B34-8800-20ED-569A09132328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56251">
                    <a:lumMod val="75000"/>
                  </a:srgbClr>
                </a:solidFill>
                <a:ln>
                  <a:solidFill>
                    <a:srgbClr val="956251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57" name="Google Shape;13594;p91">
                  <a:extLst>
                    <a:ext uri="{FF2B5EF4-FFF2-40B4-BE49-F238E27FC236}">
                      <a16:creationId xmlns:a16="http://schemas.microsoft.com/office/drawing/2014/main" id="{9B630C8B-07E9-DDF5-151A-47F7191D7A02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56251">
                    <a:lumMod val="75000"/>
                  </a:srgbClr>
                </a:solidFill>
                <a:ln>
                  <a:solidFill>
                    <a:srgbClr val="956251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50" name="Google Shape;13595;p91">
                <a:extLst>
                  <a:ext uri="{FF2B5EF4-FFF2-40B4-BE49-F238E27FC236}">
                    <a16:creationId xmlns:a16="http://schemas.microsoft.com/office/drawing/2014/main" id="{528F52A5-088B-56A9-5F73-62857248BD3A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754" name="Google Shape;13596;p91">
                  <a:extLst>
                    <a:ext uri="{FF2B5EF4-FFF2-40B4-BE49-F238E27FC236}">
                      <a16:creationId xmlns:a16="http://schemas.microsoft.com/office/drawing/2014/main" id="{DA85CD1E-53F3-C78F-B8DD-3E1F875AC2A6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56251">
                    <a:lumMod val="60000"/>
                    <a:lumOff val="40000"/>
                  </a:srgbClr>
                </a:solidFill>
                <a:ln>
                  <a:solidFill>
                    <a:srgbClr val="956251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55" name="Google Shape;13597;p91">
                  <a:extLst>
                    <a:ext uri="{FF2B5EF4-FFF2-40B4-BE49-F238E27FC236}">
                      <a16:creationId xmlns:a16="http://schemas.microsoft.com/office/drawing/2014/main" id="{97F046D3-718B-E730-1987-1B6D43683036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56251">
                    <a:lumMod val="60000"/>
                    <a:lumOff val="40000"/>
                  </a:srgbClr>
                </a:solidFill>
                <a:ln>
                  <a:solidFill>
                    <a:srgbClr val="956251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51" name="Google Shape;13598;p91">
                <a:extLst>
                  <a:ext uri="{FF2B5EF4-FFF2-40B4-BE49-F238E27FC236}">
                    <a16:creationId xmlns:a16="http://schemas.microsoft.com/office/drawing/2014/main" id="{690001BC-D3E5-D162-59E5-72E1764C89F4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752" name="Google Shape;13599;p91">
                  <a:extLst>
                    <a:ext uri="{FF2B5EF4-FFF2-40B4-BE49-F238E27FC236}">
                      <a16:creationId xmlns:a16="http://schemas.microsoft.com/office/drawing/2014/main" id="{8D7B1448-4E56-D228-F77A-7E4F4318141E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56251">
                    <a:lumMod val="40000"/>
                    <a:lumOff val="60000"/>
                  </a:srgbClr>
                </a:solidFill>
                <a:ln>
                  <a:solidFill>
                    <a:srgbClr val="956251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53" name="Google Shape;13600;p91">
                  <a:extLst>
                    <a:ext uri="{FF2B5EF4-FFF2-40B4-BE49-F238E27FC236}">
                      <a16:creationId xmlns:a16="http://schemas.microsoft.com/office/drawing/2014/main" id="{D9EC375A-93E1-ACEF-8404-15CEE611CA2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56251">
                    <a:lumMod val="40000"/>
                    <a:lumOff val="60000"/>
                  </a:srgbClr>
                </a:solidFill>
                <a:ln>
                  <a:solidFill>
                    <a:srgbClr val="956251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773" name="Google Shape;13588;p91">
              <a:extLst>
                <a:ext uri="{FF2B5EF4-FFF2-40B4-BE49-F238E27FC236}">
                  <a16:creationId xmlns:a16="http://schemas.microsoft.com/office/drawing/2014/main" id="{5242B0BA-4B56-874A-10FE-358C9579D511}"/>
                </a:ext>
              </a:extLst>
            </p:cNvPr>
            <p:cNvGrpSpPr/>
            <p:nvPr/>
          </p:nvGrpSpPr>
          <p:grpSpPr>
            <a:xfrm>
              <a:off x="1070923" y="1289718"/>
              <a:ext cx="539378" cy="461203"/>
              <a:chOff x="7636443" y="1204988"/>
              <a:chExt cx="804565" cy="677795"/>
            </a:xfrm>
          </p:grpSpPr>
          <p:grpSp>
            <p:nvGrpSpPr>
              <p:cNvPr id="774" name="Google Shape;13589;p91">
                <a:extLst>
                  <a:ext uri="{FF2B5EF4-FFF2-40B4-BE49-F238E27FC236}">
                    <a16:creationId xmlns:a16="http://schemas.microsoft.com/office/drawing/2014/main" id="{AE7254F0-339B-8AB5-E09A-6A72417A1FD4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784" name="Google Shape;13590;p91">
                  <a:extLst>
                    <a:ext uri="{FF2B5EF4-FFF2-40B4-BE49-F238E27FC236}">
                      <a16:creationId xmlns:a16="http://schemas.microsoft.com/office/drawing/2014/main" id="{1F7D55C6-1611-6ECC-2A43-252CDD6E6053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85" name="Google Shape;13591;p91">
                  <a:extLst>
                    <a:ext uri="{FF2B5EF4-FFF2-40B4-BE49-F238E27FC236}">
                      <a16:creationId xmlns:a16="http://schemas.microsoft.com/office/drawing/2014/main" id="{915CE766-89AC-0B2E-B1AE-0AE192A9AB9D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75" name="Google Shape;13592;p91">
                <a:extLst>
                  <a:ext uri="{FF2B5EF4-FFF2-40B4-BE49-F238E27FC236}">
                    <a16:creationId xmlns:a16="http://schemas.microsoft.com/office/drawing/2014/main" id="{217D0B09-9755-7E5C-1122-AFE35789B6A0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782" name="Google Shape;13593;p91">
                  <a:extLst>
                    <a:ext uri="{FF2B5EF4-FFF2-40B4-BE49-F238E27FC236}">
                      <a16:creationId xmlns:a16="http://schemas.microsoft.com/office/drawing/2014/main" id="{D48D5C4E-B42A-51A4-FCFD-40643C22A058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9E5DC">
                    <a:lumMod val="25000"/>
                  </a:srgbClr>
                </a:solidFill>
                <a:ln>
                  <a:solidFill>
                    <a:srgbClr val="E9E5DC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83" name="Google Shape;13594;p91">
                  <a:extLst>
                    <a:ext uri="{FF2B5EF4-FFF2-40B4-BE49-F238E27FC236}">
                      <a16:creationId xmlns:a16="http://schemas.microsoft.com/office/drawing/2014/main" id="{28F6A56E-FE67-445F-20E3-26854AC8894E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9E5DC">
                    <a:lumMod val="25000"/>
                  </a:srgbClr>
                </a:solidFill>
                <a:ln>
                  <a:solidFill>
                    <a:srgbClr val="E9E5DC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76" name="Google Shape;13595;p91">
                <a:extLst>
                  <a:ext uri="{FF2B5EF4-FFF2-40B4-BE49-F238E27FC236}">
                    <a16:creationId xmlns:a16="http://schemas.microsoft.com/office/drawing/2014/main" id="{E17EE850-E4AB-3AAF-493D-461E8C193EE0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780" name="Google Shape;13596;p91">
                  <a:extLst>
                    <a:ext uri="{FF2B5EF4-FFF2-40B4-BE49-F238E27FC236}">
                      <a16:creationId xmlns:a16="http://schemas.microsoft.com/office/drawing/2014/main" id="{75D618BB-5B3E-592D-EC8A-8720B235FBCA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9E5DC">
                    <a:lumMod val="50000"/>
                  </a:srgbClr>
                </a:solidFill>
                <a:ln>
                  <a:solidFill>
                    <a:srgbClr val="E9E5DC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81" name="Google Shape;13597;p91">
                  <a:extLst>
                    <a:ext uri="{FF2B5EF4-FFF2-40B4-BE49-F238E27FC236}">
                      <a16:creationId xmlns:a16="http://schemas.microsoft.com/office/drawing/2014/main" id="{9098C3BC-26E3-DA1D-25E1-043E8361334F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9E5DC">
                    <a:lumMod val="50000"/>
                  </a:srgbClr>
                </a:solidFill>
                <a:ln>
                  <a:solidFill>
                    <a:srgbClr val="E9E5DC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77" name="Google Shape;13598;p91">
                <a:extLst>
                  <a:ext uri="{FF2B5EF4-FFF2-40B4-BE49-F238E27FC236}">
                    <a16:creationId xmlns:a16="http://schemas.microsoft.com/office/drawing/2014/main" id="{5A6B5B5B-2D69-A6FF-0CA2-80DB323B40C9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778" name="Google Shape;13599;p91">
                  <a:extLst>
                    <a:ext uri="{FF2B5EF4-FFF2-40B4-BE49-F238E27FC236}">
                      <a16:creationId xmlns:a16="http://schemas.microsoft.com/office/drawing/2014/main" id="{F050E3FA-B6C0-2BEA-A63E-77D520487499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9E5DC">
                    <a:lumMod val="75000"/>
                  </a:srgbClr>
                </a:solidFill>
                <a:ln>
                  <a:solidFill>
                    <a:srgbClr val="E9E5DC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79" name="Google Shape;13600;p91">
                  <a:extLst>
                    <a:ext uri="{FF2B5EF4-FFF2-40B4-BE49-F238E27FC236}">
                      <a16:creationId xmlns:a16="http://schemas.microsoft.com/office/drawing/2014/main" id="{85DB6724-3F20-E1BC-6F97-25F1733F34A5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9E5DC">
                    <a:lumMod val="75000"/>
                  </a:srgbClr>
                </a:solidFill>
                <a:ln>
                  <a:solidFill>
                    <a:srgbClr val="E9E5DC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786" name="Google Shape;13588;p91">
              <a:extLst>
                <a:ext uri="{FF2B5EF4-FFF2-40B4-BE49-F238E27FC236}">
                  <a16:creationId xmlns:a16="http://schemas.microsoft.com/office/drawing/2014/main" id="{B15DA712-F5CA-9951-1ED0-000F29A3B8FB}"/>
                </a:ext>
              </a:extLst>
            </p:cNvPr>
            <p:cNvGrpSpPr/>
            <p:nvPr/>
          </p:nvGrpSpPr>
          <p:grpSpPr>
            <a:xfrm>
              <a:off x="2435007" y="1804969"/>
              <a:ext cx="539378" cy="461203"/>
              <a:chOff x="7636443" y="1204988"/>
              <a:chExt cx="804565" cy="677795"/>
            </a:xfrm>
          </p:grpSpPr>
          <p:grpSp>
            <p:nvGrpSpPr>
              <p:cNvPr id="787" name="Google Shape;13589;p91">
                <a:extLst>
                  <a:ext uri="{FF2B5EF4-FFF2-40B4-BE49-F238E27FC236}">
                    <a16:creationId xmlns:a16="http://schemas.microsoft.com/office/drawing/2014/main" id="{B2D8FE63-A45C-CC99-9A15-AAA96CDCA6CF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797" name="Google Shape;13590;p91">
                  <a:extLst>
                    <a:ext uri="{FF2B5EF4-FFF2-40B4-BE49-F238E27FC236}">
                      <a16:creationId xmlns:a16="http://schemas.microsoft.com/office/drawing/2014/main" id="{DA121667-D1C8-71C2-C809-42B1CBAA6693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55D5D">
                    <a:lumMod val="50000"/>
                  </a:srgbClr>
                </a:solidFill>
                <a:ln>
                  <a:solidFill>
                    <a:srgbClr val="855D5D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98" name="Google Shape;13591;p91">
                  <a:extLst>
                    <a:ext uri="{FF2B5EF4-FFF2-40B4-BE49-F238E27FC236}">
                      <a16:creationId xmlns:a16="http://schemas.microsoft.com/office/drawing/2014/main" id="{6B9122AE-71AB-D1B6-1E4A-FB385ADF4B94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55D5D">
                    <a:lumMod val="50000"/>
                  </a:srgbClr>
                </a:solidFill>
                <a:ln>
                  <a:solidFill>
                    <a:srgbClr val="855D5D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88" name="Google Shape;13592;p91">
                <a:extLst>
                  <a:ext uri="{FF2B5EF4-FFF2-40B4-BE49-F238E27FC236}">
                    <a16:creationId xmlns:a16="http://schemas.microsoft.com/office/drawing/2014/main" id="{1A577975-F447-6071-A54C-2699599B6991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795" name="Google Shape;13593;p91">
                  <a:extLst>
                    <a:ext uri="{FF2B5EF4-FFF2-40B4-BE49-F238E27FC236}">
                      <a16:creationId xmlns:a16="http://schemas.microsoft.com/office/drawing/2014/main" id="{5CAC8E44-2F01-ED99-135E-58AD317FC334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55D5D">
                    <a:lumMod val="75000"/>
                  </a:srgbClr>
                </a:solidFill>
                <a:ln>
                  <a:solidFill>
                    <a:srgbClr val="855D5D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96" name="Google Shape;13594;p91">
                  <a:extLst>
                    <a:ext uri="{FF2B5EF4-FFF2-40B4-BE49-F238E27FC236}">
                      <a16:creationId xmlns:a16="http://schemas.microsoft.com/office/drawing/2014/main" id="{E3DB2849-5DB7-569D-B1B8-31687523E4F6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55D5D">
                    <a:lumMod val="75000"/>
                  </a:srgbClr>
                </a:solidFill>
                <a:ln>
                  <a:solidFill>
                    <a:srgbClr val="855D5D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89" name="Google Shape;13595;p91">
                <a:extLst>
                  <a:ext uri="{FF2B5EF4-FFF2-40B4-BE49-F238E27FC236}">
                    <a16:creationId xmlns:a16="http://schemas.microsoft.com/office/drawing/2014/main" id="{1BEA5CC2-2ECA-EC9C-818E-31CE2897A3F7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793" name="Google Shape;13596;p91">
                  <a:extLst>
                    <a:ext uri="{FF2B5EF4-FFF2-40B4-BE49-F238E27FC236}">
                      <a16:creationId xmlns:a16="http://schemas.microsoft.com/office/drawing/2014/main" id="{FB94512F-CDA5-2C6E-3D21-2C347362A3E0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55D5D">
                    <a:lumMod val="60000"/>
                    <a:lumOff val="40000"/>
                  </a:srgbClr>
                </a:solidFill>
                <a:ln>
                  <a:solidFill>
                    <a:srgbClr val="855D5D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94" name="Google Shape;13597;p91">
                  <a:extLst>
                    <a:ext uri="{FF2B5EF4-FFF2-40B4-BE49-F238E27FC236}">
                      <a16:creationId xmlns:a16="http://schemas.microsoft.com/office/drawing/2014/main" id="{86E0B306-D030-A94D-FD2D-078E0DC5EA1B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55D5D">
                    <a:lumMod val="60000"/>
                    <a:lumOff val="40000"/>
                  </a:srgbClr>
                </a:solidFill>
                <a:ln>
                  <a:solidFill>
                    <a:srgbClr val="855D5D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90" name="Google Shape;13598;p91">
                <a:extLst>
                  <a:ext uri="{FF2B5EF4-FFF2-40B4-BE49-F238E27FC236}">
                    <a16:creationId xmlns:a16="http://schemas.microsoft.com/office/drawing/2014/main" id="{70B83F36-8DF4-734B-C1C4-D3950FA8D371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791" name="Google Shape;13599;p91">
                  <a:extLst>
                    <a:ext uri="{FF2B5EF4-FFF2-40B4-BE49-F238E27FC236}">
                      <a16:creationId xmlns:a16="http://schemas.microsoft.com/office/drawing/2014/main" id="{F1EA34A5-F3ED-26D7-351F-98756B38A674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55D5D">
                    <a:lumMod val="40000"/>
                    <a:lumOff val="60000"/>
                  </a:srgbClr>
                </a:solidFill>
                <a:ln>
                  <a:solidFill>
                    <a:srgbClr val="855D5D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92" name="Google Shape;13600;p91">
                  <a:extLst>
                    <a:ext uri="{FF2B5EF4-FFF2-40B4-BE49-F238E27FC236}">
                      <a16:creationId xmlns:a16="http://schemas.microsoft.com/office/drawing/2014/main" id="{2F8A8300-37BD-D7F8-6987-75A4ADF3578F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55D5D">
                    <a:lumMod val="40000"/>
                    <a:lumOff val="60000"/>
                  </a:srgbClr>
                </a:solidFill>
                <a:ln>
                  <a:solidFill>
                    <a:srgbClr val="855D5D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529EF5F1-3CF7-83BF-F11B-847DD8DE6093}"/>
              </a:ext>
            </a:extLst>
          </p:cNvPr>
          <p:cNvGrpSpPr/>
          <p:nvPr/>
        </p:nvGrpSpPr>
        <p:grpSpPr>
          <a:xfrm>
            <a:off x="2883327" y="735451"/>
            <a:ext cx="3073168" cy="472424"/>
            <a:chOff x="4234625" y="246573"/>
            <a:chExt cx="2592028" cy="473060"/>
          </a:xfrm>
        </p:grpSpPr>
        <p:grpSp>
          <p:nvGrpSpPr>
            <p:cNvPr id="838" name="Google Shape;13588;p91">
              <a:extLst>
                <a:ext uri="{FF2B5EF4-FFF2-40B4-BE49-F238E27FC236}">
                  <a16:creationId xmlns:a16="http://schemas.microsoft.com/office/drawing/2014/main" id="{893726FB-BBEA-755E-E3BF-1859FE0579DE}"/>
                </a:ext>
              </a:extLst>
            </p:cNvPr>
            <p:cNvGrpSpPr/>
            <p:nvPr/>
          </p:nvGrpSpPr>
          <p:grpSpPr>
            <a:xfrm>
              <a:off x="4941969" y="246573"/>
              <a:ext cx="539378" cy="461203"/>
              <a:chOff x="7636443" y="1204988"/>
              <a:chExt cx="804565" cy="677795"/>
            </a:xfrm>
          </p:grpSpPr>
          <p:grpSp>
            <p:nvGrpSpPr>
              <p:cNvPr id="839" name="Google Shape;13589;p91">
                <a:extLst>
                  <a:ext uri="{FF2B5EF4-FFF2-40B4-BE49-F238E27FC236}">
                    <a16:creationId xmlns:a16="http://schemas.microsoft.com/office/drawing/2014/main" id="{C3F18DB8-60DA-33A2-F5BC-E0AC2418AB83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849" name="Google Shape;13590;p91">
                  <a:extLst>
                    <a:ext uri="{FF2B5EF4-FFF2-40B4-BE49-F238E27FC236}">
                      <a16:creationId xmlns:a16="http://schemas.microsoft.com/office/drawing/2014/main" id="{BA3DE8EA-BB61-2CBA-B9C0-58B5D291E8FD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850" name="Google Shape;13591;p91">
                  <a:extLst>
                    <a:ext uri="{FF2B5EF4-FFF2-40B4-BE49-F238E27FC236}">
                      <a16:creationId xmlns:a16="http://schemas.microsoft.com/office/drawing/2014/main" id="{D06B4D06-801C-2834-A933-7ECAB9C4AEBE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40" name="Google Shape;13592;p91">
                <a:extLst>
                  <a:ext uri="{FF2B5EF4-FFF2-40B4-BE49-F238E27FC236}">
                    <a16:creationId xmlns:a16="http://schemas.microsoft.com/office/drawing/2014/main" id="{99E875CD-7BC6-F3A7-C44D-FA81DE6EF1C0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847" name="Google Shape;13593;p91">
                  <a:extLst>
                    <a:ext uri="{FF2B5EF4-FFF2-40B4-BE49-F238E27FC236}">
                      <a16:creationId xmlns:a16="http://schemas.microsoft.com/office/drawing/2014/main" id="{AA27A7DC-C562-24DD-B9DF-70BB031C09FD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8" name="Google Shape;13594;p91">
                  <a:extLst>
                    <a:ext uri="{FF2B5EF4-FFF2-40B4-BE49-F238E27FC236}">
                      <a16:creationId xmlns:a16="http://schemas.microsoft.com/office/drawing/2014/main" id="{C6626669-DB81-A748-9B8D-35E19D9B1AD7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41" name="Google Shape;13595;p91">
                <a:extLst>
                  <a:ext uri="{FF2B5EF4-FFF2-40B4-BE49-F238E27FC236}">
                    <a16:creationId xmlns:a16="http://schemas.microsoft.com/office/drawing/2014/main" id="{C3137AEF-BFDD-2189-72D0-3894E5BC51E7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845" name="Google Shape;13596;p91">
                  <a:extLst>
                    <a:ext uri="{FF2B5EF4-FFF2-40B4-BE49-F238E27FC236}">
                      <a16:creationId xmlns:a16="http://schemas.microsoft.com/office/drawing/2014/main" id="{80FFEF95-39EC-9AD4-0A95-323C1AF8ADDF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846" name="Google Shape;13597;p91">
                  <a:extLst>
                    <a:ext uri="{FF2B5EF4-FFF2-40B4-BE49-F238E27FC236}">
                      <a16:creationId xmlns:a16="http://schemas.microsoft.com/office/drawing/2014/main" id="{33BB1ECE-60B6-9A15-2B35-5C9A41B571FD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842" name="Google Shape;13598;p91">
                <a:extLst>
                  <a:ext uri="{FF2B5EF4-FFF2-40B4-BE49-F238E27FC236}">
                    <a16:creationId xmlns:a16="http://schemas.microsoft.com/office/drawing/2014/main" id="{1C42937B-8FE2-CA2E-6317-E283DFC85ED4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843" name="Google Shape;13599;p91">
                  <a:extLst>
                    <a:ext uri="{FF2B5EF4-FFF2-40B4-BE49-F238E27FC236}">
                      <a16:creationId xmlns:a16="http://schemas.microsoft.com/office/drawing/2014/main" id="{C6E7F3C2-FBD9-77C9-DA1A-7C0CD0A41C47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844" name="Google Shape;13600;p91">
                  <a:extLst>
                    <a:ext uri="{FF2B5EF4-FFF2-40B4-BE49-F238E27FC236}">
                      <a16:creationId xmlns:a16="http://schemas.microsoft.com/office/drawing/2014/main" id="{4256975F-B51A-F43C-77ED-4F5ACF552B13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51" name="Google Shape;13588;p91">
              <a:extLst>
                <a:ext uri="{FF2B5EF4-FFF2-40B4-BE49-F238E27FC236}">
                  <a16:creationId xmlns:a16="http://schemas.microsoft.com/office/drawing/2014/main" id="{866E3F71-B527-BAEE-9387-23182EF76757}"/>
                </a:ext>
              </a:extLst>
            </p:cNvPr>
            <p:cNvGrpSpPr/>
            <p:nvPr/>
          </p:nvGrpSpPr>
          <p:grpSpPr>
            <a:xfrm>
              <a:off x="5625309" y="256723"/>
              <a:ext cx="539378" cy="461203"/>
              <a:chOff x="7636443" y="1204988"/>
              <a:chExt cx="804565" cy="677795"/>
            </a:xfrm>
          </p:grpSpPr>
          <p:grpSp>
            <p:nvGrpSpPr>
              <p:cNvPr id="852" name="Google Shape;13589;p91">
                <a:extLst>
                  <a:ext uri="{FF2B5EF4-FFF2-40B4-BE49-F238E27FC236}">
                    <a16:creationId xmlns:a16="http://schemas.microsoft.com/office/drawing/2014/main" id="{3EAFF8CF-08A6-ACE1-FE3E-BD5F01C7457A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862" name="Google Shape;13590;p91">
                  <a:extLst>
                    <a:ext uri="{FF2B5EF4-FFF2-40B4-BE49-F238E27FC236}">
                      <a16:creationId xmlns:a16="http://schemas.microsoft.com/office/drawing/2014/main" id="{6DEAFC4A-81C8-5773-71F7-C88F001B53EF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63" name="Google Shape;13591;p91">
                  <a:extLst>
                    <a:ext uri="{FF2B5EF4-FFF2-40B4-BE49-F238E27FC236}">
                      <a16:creationId xmlns:a16="http://schemas.microsoft.com/office/drawing/2014/main" id="{32FBF7D7-1835-1A3C-4D0F-9A8D98C46B18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53" name="Google Shape;13592;p91">
                <a:extLst>
                  <a:ext uri="{FF2B5EF4-FFF2-40B4-BE49-F238E27FC236}">
                    <a16:creationId xmlns:a16="http://schemas.microsoft.com/office/drawing/2014/main" id="{9AF8C082-51D7-90BC-1293-9898D58D94AB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860" name="Google Shape;13593;p91">
                  <a:extLst>
                    <a:ext uri="{FF2B5EF4-FFF2-40B4-BE49-F238E27FC236}">
                      <a16:creationId xmlns:a16="http://schemas.microsoft.com/office/drawing/2014/main" id="{D2BC4EC0-90BD-4606-E5F7-DE9FA652B6BF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61" name="Google Shape;13594;p91">
                  <a:extLst>
                    <a:ext uri="{FF2B5EF4-FFF2-40B4-BE49-F238E27FC236}">
                      <a16:creationId xmlns:a16="http://schemas.microsoft.com/office/drawing/2014/main" id="{DDE73335-290C-0F5D-D238-471920C95EED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54" name="Google Shape;13595;p91">
                <a:extLst>
                  <a:ext uri="{FF2B5EF4-FFF2-40B4-BE49-F238E27FC236}">
                    <a16:creationId xmlns:a16="http://schemas.microsoft.com/office/drawing/2014/main" id="{DE9ABB98-41F2-29F0-70E6-C204BC09F2FD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858" name="Google Shape;13596;p91">
                  <a:extLst>
                    <a:ext uri="{FF2B5EF4-FFF2-40B4-BE49-F238E27FC236}">
                      <a16:creationId xmlns:a16="http://schemas.microsoft.com/office/drawing/2014/main" id="{4ED0E240-0FF4-7B36-C700-96D7265F478F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9" name="Google Shape;13597;p91">
                  <a:extLst>
                    <a:ext uri="{FF2B5EF4-FFF2-40B4-BE49-F238E27FC236}">
                      <a16:creationId xmlns:a16="http://schemas.microsoft.com/office/drawing/2014/main" id="{61990187-4CAE-8583-846E-7145F6E7CC2B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55" name="Google Shape;13598;p91">
                <a:extLst>
                  <a:ext uri="{FF2B5EF4-FFF2-40B4-BE49-F238E27FC236}">
                    <a16:creationId xmlns:a16="http://schemas.microsoft.com/office/drawing/2014/main" id="{A31C68CF-74EA-DFBA-EC14-3A212B3B717A}"/>
                  </a:ext>
                </a:extLst>
              </p:cNvPr>
              <p:cNvGrpSpPr/>
              <p:nvPr/>
            </p:nvGrpSpPr>
            <p:grpSpPr>
              <a:xfrm>
                <a:off x="7641835" y="1204988"/>
                <a:ext cx="799173" cy="373078"/>
                <a:chOff x="7641835" y="1204988"/>
                <a:chExt cx="799173" cy="373078"/>
              </a:xfrm>
            </p:grpSpPr>
            <p:sp>
              <p:nvSpPr>
                <p:cNvPr id="856" name="Google Shape;13599;p91">
                  <a:extLst>
                    <a:ext uri="{FF2B5EF4-FFF2-40B4-BE49-F238E27FC236}">
                      <a16:creationId xmlns:a16="http://schemas.microsoft.com/office/drawing/2014/main" id="{E922A8DD-9E85-FB14-446A-A72911A69CA7}"/>
                    </a:ext>
                  </a:extLst>
                </p:cNvPr>
                <p:cNvSpPr/>
                <p:nvPr/>
              </p:nvSpPr>
              <p:spPr>
                <a:xfrm>
                  <a:off x="7641835" y="1204988"/>
                  <a:ext cx="744447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endParaRPr sz="1000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57" name="Google Shape;13600;p91">
                  <a:extLst>
                    <a:ext uri="{FF2B5EF4-FFF2-40B4-BE49-F238E27FC236}">
                      <a16:creationId xmlns:a16="http://schemas.microsoft.com/office/drawing/2014/main" id="{E8EB4328-8B1B-9504-5D37-A2400BFF0FB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endParaRPr sz="10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864" name="Google Shape;13588;p91">
              <a:extLst>
                <a:ext uri="{FF2B5EF4-FFF2-40B4-BE49-F238E27FC236}">
                  <a16:creationId xmlns:a16="http://schemas.microsoft.com/office/drawing/2014/main" id="{A713BE95-2CB1-A106-5AFC-9F8EF7D416BC}"/>
                </a:ext>
              </a:extLst>
            </p:cNvPr>
            <p:cNvGrpSpPr/>
            <p:nvPr/>
          </p:nvGrpSpPr>
          <p:grpSpPr>
            <a:xfrm>
              <a:off x="4234625" y="258430"/>
              <a:ext cx="539378" cy="461203"/>
              <a:chOff x="7636443" y="1204988"/>
              <a:chExt cx="804565" cy="677795"/>
            </a:xfrm>
          </p:grpSpPr>
          <p:grpSp>
            <p:nvGrpSpPr>
              <p:cNvPr id="865" name="Google Shape;13589;p91">
                <a:extLst>
                  <a:ext uri="{FF2B5EF4-FFF2-40B4-BE49-F238E27FC236}">
                    <a16:creationId xmlns:a16="http://schemas.microsoft.com/office/drawing/2014/main" id="{D87CFDA1-1151-B70B-B9D9-55A025B01070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875" name="Google Shape;13590;p91">
                  <a:extLst>
                    <a:ext uri="{FF2B5EF4-FFF2-40B4-BE49-F238E27FC236}">
                      <a16:creationId xmlns:a16="http://schemas.microsoft.com/office/drawing/2014/main" id="{96704463-30F1-C030-7608-303655D06E84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000064"/>
                </a:solidFill>
                <a:ln>
                  <a:solidFill>
                    <a:srgbClr val="000064"/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76" name="Google Shape;13591;p91">
                  <a:extLst>
                    <a:ext uri="{FF2B5EF4-FFF2-40B4-BE49-F238E27FC236}">
                      <a16:creationId xmlns:a16="http://schemas.microsoft.com/office/drawing/2014/main" id="{7ECDE45E-5D10-F341-2006-3E6F45516AB6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000064"/>
                </a:solidFill>
                <a:ln>
                  <a:solidFill>
                    <a:srgbClr val="000064"/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66" name="Google Shape;13592;p91">
                <a:extLst>
                  <a:ext uri="{FF2B5EF4-FFF2-40B4-BE49-F238E27FC236}">
                    <a16:creationId xmlns:a16="http://schemas.microsoft.com/office/drawing/2014/main" id="{94F98A65-10B2-5086-6ABA-80C4427145AC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873" name="Google Shape;13593;p91">
                  <a:extLst>
                    <a:ext uri="{FF2B5EF4-FFF2-40B4-BE49-F238E27FC236}">
                      <a16:creationId xmlns:a16="http://schemas.microsoft.com/office/drawing/2014/main" id="{6D2E7FD2-9495-09A1-0D28-08DFA87E64C8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0000DA"/>
                </a:solidFill>
                <a:ln>
                  <a:solidFill>
                    <a:srgbClr val="0000DA"/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74" name="Google Shape;13594;p91">
                  <a:extLst>
                    <a:ext uri="{FF2B5EF4-FFF2-40B4-BE49-F238E27FC236}">
                      <a16:creationId xmlns:a16="http://schemas.microsoft.com/office/drawing/2014/main" id="{E382F69E-8FBB-C7C0-59F9-E9397FB622AE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0000DA"/>
                </a:solidFill>
                <a:ln>
                  <a:solidFill>
                    <a:srgbClr val="0000DA"/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67" name="Google Shape;13595;p91">
                <a:extLst>
                  <a:ext uri="{FF2B5EF4-FFF2-40B4-BE49-F238E27FC236}">
                    <a16:creationId xmlns:a16="http://schemas.microsoft.com/office/drawing/2014/main" id="{B6ED09F3-AE91-217F-841A-0528351DAB33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871" name="Google Shape;13596;p91">
                  <a:extLst>
                    <a:ext uri="{FF2B5EF4-FFF2-40B4-BE49-F238E27FC236}">
                      <a16:creationId xmlns:a16="http://schemas.microsoft.com/office/drawing/2014/main" id="{C2C9A733-A00A-7CD8-0D5E-8E74FA110BD3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4DCFA">
                    <a:lumMod val="50000"/>
                  </a:srgbClr>
                </a:solidFill>
                <a:ln>
                  <a:solidFill>
                    <a:srgbClr val="B4DCFA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endParaRPr sz="10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72" name="Google Shape;13597;p91">
                  <a:extLst>
                    <a:ext uri="{FF2B5EF4-FFF2-40B4-BE49-F238E27FC236}">
                      <a16:creationId xmlns:a16="http://schemas.microsoft.com/office/drawing/2014/main" id="{BD035CCA-92D0-CE8C-4CF6-2558F6C907D0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4DCFA">
                    <a:lumMod val="50000"/>
                  </a:srgbClr>
                </a:solidFill>
                <a:ln>
                  <a:solidFill>
                    <a:srgbClr val="B4DCFA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endParaRPr sz="1000" kern="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868" name="Google Shape;13598;p91">
                <a:extLst>
                  <a:ext uri="{FF2B5EF4-FFF2-40B4-BE49-F238E27FC236}">
                    <a16:creationId xmlns:a16="http://schemas.microsoft.com/office/drawing/2014/main" id="{74AE09FD-C445-5A4D-6A63-0CC172778F5E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869" name="Google Shape;13599;p91">
                  <a:extLst>
                    <a:ext uri="{FF2B5EF4-FFF2-40B4-BE49-F238E27FC236}">
                      <a16:creationId xmlns:a16="http://schemas.microsoft.com/office/drawing/2014/main" id="{983E2E9D-945E-1FDA-3202-44C4196FA5EC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4DCFA">
                    <a:lumMod val="75000"/>
                  </a:srgbClr>
                </a:solidFill>
                <a:ln>
                  <a:solidFill>
                    <a:srgbClr val="B4DCFA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endParaRPr sz="1000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70" name="Google Shape;13600;p91">
                  <a:extLst>
                    <a:ext uri="{FF2B5EF4-FFF2-40B4-BE49-F238E27FC236}">
                      <a16:creationId xmlns:a16="http://schemas.microsoft.com/office/drawing/2014/main" id="{F5275D50-3EAE-35EB-1051-632FEE56E93F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4DCFA">
                    <a:lumMod val="75000"/>
                  </a:srgbClr>
                </a:solidFill>
                <a:ln>
                  <a:solidFill>
                    <a:srgbClr val="B4DCFA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endParaRPr sz="10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877" name="Google Shape;13588;p91">
              <a:extLst>
                <a:ext uri="{FF2B5EF4-FFF2-40B4-BE49-F238E27FC236}">
                  <a16:creationId xmlns:a16="http://schemas.microsoft.com/office/drawing/2014/main" id="{ADFD0FA7-861C-E1C1-3217-7F12EBAAA39E}"/>
                </a:ext>
              </a:extLst>
            </p:cNvPr>
            <p:cNvGrpSpPr/>
            <p:nvPr/>
          </p:nvGrpSpPr>
          <p:grpSpPr>
            <a:xfrm>
              <a:off x="6287275" y="257168"/>
              <a:ext cx="539378" cy="461203"/>
              <a:chOff x="7636443" y="1204988"/>
              <a:chExt cx="804565" cy="677795"/>
            </a:xfrm>
          </p:grpSpPr>
          <p:grpSp>
            <p:nvGrpSpPr>
              <p:cNvPr id="878" name="Google Shape;13589;p91">
                <a:extLst>
                  <a:ext uri="{FF2B5EF4-FFF2-40B4-BE49-F238E27FC236}">
                    <a16:creationId xmlns:a16="http://schemas.microsoft.com/office/drawing/2014/main" id="{2BBA6289-5CE7-1F0C-387A-540427CB7243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888" name="Google Shape;13590;p91">
                  <a:extLst>
                    <a:ext uri="{FF2B5EF4-FFF2-40B4-BE49-F238E27FC236}">
                      <a16:creationId xmlns:a16="http://schemas.microsoft.com/office/drawing/2014/main" id="{81F1DD2A-FCAF-4987-4981-7D1192D290B5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89" name="Google Shape;13591;p91">
                  <a:extLst>
                    <a:ext uri="{FF2B5EF4-FFF2-40B4-BE49-F238E27FC236}">
                      <a16:creationId xmlns:a16="http://schemas.microsoft.com/office/drawing/2014/main" id="{86D5CA29-9834-1D1E-4303-1916714B593F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79" name="Google Shape;13592;p91">
                <a:extLst>
                  <a:ext uri="{FF2B5EF4-FFF2-40B4-BE49-F238E27FC236}">
                    <a16:creationId xmlns:a16="http://schemas.microsoft.com/office/drawing/2014/main" id="{7BE859BD-1769-BC6B-1F8F-DD3B2E12079A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886" name="Google Shape;13593;p91">
                  <a:extLst>
                    <a:ext uri="{FF2B5EF4-FFF2-40B4-BE49-F238E27FC236}">
                      <a16:creationId xmlns:a16="http://schemas.microsoft.com/office/drawing/2014/main" id="{C0F8D5D2-30A8-C2AF-E539-39AEDF7A71CD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87" name="Google Shape;13594;p91">
                  <a:extLst>
                    <a:ext uri="{FF2B5EF4-FFF2-40B4-BE49-F238E27FC236}">
                      <a16:creationId xmlns:a16="http://schemas.microsoft.com/office/drawing/2014/main" id="{DD9DA603-1D0B-5EE1-5092-2F3358122A79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80" name="Google Shape;13595;p91">
                <a:extLst>
                  <a:ext uri="{FF2B5EF4-FFF2-40B4-BE49-F238E27FC236}">
                    <a16:creationId xmlns:a16="http://schemas.microsoft.com/office/drawing/2014/main" id="{2F3259ED-77D3-694F-641F-64CA9AFDD756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884" name="Google Shape;13596;p91">
                  <a:extLst>
                    <a:ext uri="{FF2B5EF4-FFF2-40B4-BE49-F238E27FC236}">
                      <a16:creationId xmlns:a16="http://schemas.microsoft.com/office/drawing/2014/main" id="{86A9131C-E475-0A90-DE53-D5FBDF6E1203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85" name="Google Shape;13597;p91">
                  <a:extLst>
                    <a:ext uri="{FF2B5EF4-FFF2-40B4-BE49-F238E27FC236}">
                      <a16:creationId xmlns:a16="http://schemas.microsoft.com/office/drawing/2014/main" id="{5FAE9AFB-61B2-DE4E-C8CF-05DE3E5AFBC6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81" name="Google Shape;13598;p91">
                <a:extLst>
                  <a:ext uri="{FF2B5EF4-FFF2-40B4-BE49-F238E27FC236}">
                    <a16:creationId xmlns:a16="http://schemas.microsoft.com/office/drawing/2014/main" id="{BBD6F8BB-DF2D-AC34-FC68-4D04F5ABD9AE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882" name="Google Shape;13599;p91">
                  <a:extLst>
                    <a:ext uri="{FF2B5EF4-FFF2-40B4-BE49-F238E27FC236}">
                      <a16:creationId xmlns:a16="http://schemas.microsoft.com/office/drawing/2014/main" id="{E65E176C-BD20-2B6B-FB18-17DEF6263641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83" name="Google Shape;13600;p91">
                  <a:extLst>
                    <a:ext uri="{FF2B5EF4-FFF2-40B4-BE49-F238E27FC236}">
                      <a16:creationId xmlns:a16="http://schemas.microsoft.com/office/drawing/2014/main" id="{6CB47C70-EA43-4AE5-4B08-B560EEC18E95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grpSp>
        <p:nvGrpSpPr>
          <p:cNvPr id="3090" name="Group 3089">
            <a:extLst>
              <a:ext uri="{FF2B5EF4-FFF2-40B4-BE49-F238E27FC236}">
                <a16:creationId xmlns:a16="http://schemas.microsoft.com/office/drawing/2014/main" id="{16F3F583-09E6-39AE-D1B5-1E28285FB493}"/>
              </a:ext>
            </a:extLst>
          </p:cNvPr>
          <p:cNvGrpSpPr/>
          <p:nvPr/>
        </p:nvGrpSpPr>
        <p:grpSpPr>
          <a:xfrm>
            <a:off x="2867285" y="1528057"/>
            <a:ext cx="3681009" cy="3415026"/>
            <a:chOff x="4742142" y="1292665"/>
            <a:chExt cx="3189554" cy="3530873"/>
          </a:xfrm>
        </p:grpSpPr>
        <p:sp>
          <p:nvSpPr>
            <p:cNvPr id="3089" name="Rectangle: Rounded Corners 3088">
              <a:extLst>
                <a:ext uri="{FF2B5EF4-FFF2-40B4-BE49-F238E27FC236}">
                  <a16:creationId xmlns:a16="http://schemas.microsoft.com/office/drawing/2014/main" id="{23735829-E05F-9862-1BD5-F62A7170B892}"/>
                </a:ext>
              </a:extLst>
            </p:cNvPr>
            <p:cNvSpPr/>
            <p:nvPr/>
          </p:nvSpPr>
          <p:spPr>
            <a:xfrm>
              <a:off x="4742142" y="1292665"/>
              <a:ext cx="3189554" cy="3530873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/>
            </a:p>
          </p:txBody>
        </p:sp>
        <p:grpSp>
          <p:nvGrpSpPr>
            <p:cNvPr id="2777" name="Google Shape;13588;p91">
              <a:extLst>
                <a:ext uri="{FF2B5EF4-FFF2-40B4-BE49-F238E27FC236}">
                  <a16:creationId xmlns:a16="http://schemas.microsoft.com/office/drawing/2014/main" id="{927F877A-04C0-5413-3692-908F99727D2F}"/>
                </a:ext>
              </a:extLst>
            </p:cNvPr>
            <p:cNvGrpSpPr/>
            <p:nvPr/>
          </p:nvGrpSpPr>
          <p:grpSpPr>
            <a:xfrm>
              <a:off x="5045909" y="1549895"/>
              <a:ext cx="539378" cy="461203"/>
              <a:chOff x="7636443" y="1204988"/>
              <a:chExt cx="804565" cy="677795"/>
            </a:xfrm>
          </p:grpSpPr>
          <p:grpSp>
            <p:nvGrpSpPr>
              <p:cNvPr id="2778" name="Google Shape;13589;p91">
                <a:extLst>
                  <a:ext uri="{FF2B5EF4-FFF2-40B4-BE49-F238E27FC236}">
                    <a16:creationId xmlns:a16="http://schemas.microsoft.com/office/drawing/2014/main" id="{9F313BA2-F1FE-43EA-4C4A-4CE10BBE6C46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788" name="Google Shape;13590;p91">
                  <a:extLst>
                    <a:ext uri="{FF2B5EF4-FFF2-40B4-BE49-F238E27FC236}">
                      <a16:creationId xmlns:a16="http://schemas.microsoft.com/office/drawing/2014/main" id="{303124B2-D2D4-2E65-A04B-E931E55E9B8B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789" name="Google Shape;13591;p91">
                  <a:extLst>
                    <a:ext uri="{FF2B5EF4-FFF2-40B4-BE49-F238E27FC236}">
                      <a16:creationId xmlns:a16="http://schemas.microsoft.com/office/drawing/2014/main" id="{5765E197-62B9-6A68-2A77-9D52534B4278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79" name="Google Shape;13592;p91">
                <a:extLst>
                  <a:ext uri="{FF2B5EF4-FFF2-40B4-BE49-F238E27FC236}">
                    <a16:creationId xmlns:a16="http://schemas.microsoft.com/office/drawing/2014/main" id="{A8C00BC7-7F23-B117-BD7F-4D64B4CDFEE0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786" name="Google Shape;13593;p91">
                  <a:extLst>
                    <a:ext uri="{FF2B5EF4-FFF2-40B4-BE49-F238E27FC236}">
                      <a16:creationId xmlns:a16="http://schemas.microsoft.com/office/drawing/2014/main" id="{2A009B38-8A38-0CE1-79E6-7B2AB9900233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7" name="Google Shape;13594;p91">
                  <a:extLst>
                    <a:ext uri="{FF2B5EF4-FFF2-40B4-BE49-F238E27FC236}">
                      <a16:creationId xmlns:a16="http://schemas.microsoft.com/office/drawing/2014/main" id="{9A7BD15F-D52C-A0AA-7938-1D55BAC4DD26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80" name="Google Shape;13595;p91">
                <a:extLst>
                  <a:ext uri="{FF2B5EF4-FFF2-40B4-BE49-F238E27FC236}">
                    <a16:creationId xmlns:a16="http://schemas.microsoft.com/office/drawing/2014/main" id="{A62C44E9-22AE-1244-F202-ABB0503B6B0B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784" name="Google Shape;13596;p91">
                  <a:extLst>
                    <a:ext uri="{FF2B5EF4-FFF2-40B4-BE49-F238E27FC236}">
                      <a16:creationId xmlns:a16="http://schemas.microsoft.com/office/drawing/2014/main" id="{C06E733F-1F7E-37AD-0108-960FE4C4126F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2785" name="Google Shape;13597;p91">
                  <a:extLst>
                    <a:ext uri="{FF2B5EF4-FFF2-40B4-BE49-F238E27FC236}">
                      <a16:creationId xmlns:a16="http://schemas.microsoft.com/office/drawing/2014/main" id="{FD092B65-F3E6-E1ED-5769-0F27E314AC5F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2781" name="Google Shape;13598;p91">
                <a:extLst>
                  <a:ext uri="{FF2B5EF4-FFF2-40B4-BE49-F238E27FC236}">
                    <a16:creationId xmlns:a16="http://schemas.microsoft.com/office/drawing/2014/main" id="{312D0046-0C1C-4D75-6B30-DB905627032B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782" name="Google Shape;13599;p91">
                  <a:extLst>
                    <a:ext uri="{FF2B5EF4-FFF2-40B4-BE49-F238E27FC236}">
                      <a16:creationId xmlns:a16="http://schemas.microsoft.com/office/drawing/2014/main" id="{7969593E-AE42-0DD2-62D9-F03F48D47D5F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2783" name="Google Shape;13600;p91">
                  <a:extLst>
                    <a:ext uri="{FF2B5EF4-FFF2-40B4-BE49-F238E27FC236}">
                      <a16:creationId xmlns:a16="http://schemas.microsoft.com/office/drawing/2014/main" id="{A74FE715-12CA-3BA5-6680-6524453F2AB4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790" name="Google Shape;13588;p91">
              <a:extLst>
                <a:ext uri="{FF2B5EF4-FFF2-40B4-BE49-F238E27FC236}">
                  <a16:creationId xmlns:a16="http://schemas.microsoft.com/office/drawing/2014/main" id="{F8BD7FBB-0076-684B-14B9-6613A7A78FB6}"/>
                </a:ext>
              </a:extLst>
            </p:cNvPr>
            <p:cNvGrpSpPr/>
            <p:nvPr/>
          </p:nvGrpSpPr>
          <p:grpSpPr>
            <a:xfrm>
              <a:off x="5754769" y="3576595"/>
              <a:ext cx="539378" cy="461203"/>
              <a:chOff x="7636443" y="1204988"/>
              <a:chExt cx="804565" cy="677795"/>
            </a:xfrm>
          </p:grpSpPr>
          <p:grpSp>
            <p:nvGrpSpPr>
              <p:cNvPr id="2791" name="Google Shape;13589;p91">
                <a:extLst>
                  <a:ext uri="{FF2B5EF4-FFF2-40B4-BE49-F238E27FC236}">
                    <a16:creationId xmlns:a16="http://schemas.microsoft.com/office/drawing/2014/main" id="{F27A0024-C25F-D717-EA4A-20713BCC718B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801" name="Google Shape;13590;p91">
                  <a:extLst>
                    <a:ext uri="{FF2B5EF4-FFF2-40B4-BE49-F238E27FC236}">
                      <a16:creationId xmlns:a16="http://schemas.microsoft.com/office/drawing/2014/main" id="{D3A6F5AC-129B-BFCA-82DA-F8E16069A772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2" name="Google Shape;13591;p91">
                  <a:extLst>
                    <a:ext uri="{FF2B5EF4-FFF2-40B4-BE49-F238E27FC236}">
                      <a16:creationId xmlns:a16="http://schemas.microsoft.com/office/drawing/2014/main" id="{A6CD82B9-D87C-0B41-7BEC-FAE43B148031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92" name="Google Shape;13592;p91">
                <a:extLst>
                  <a:ext uri="{FF2B5EF4-FFF2-40B4-BE49-F238E27FC236}">
                    <a16:creationId xmlns:a16="http://schemas.microsoft.com/office/drawing/2014/main" id="{45AC1CF0-1650-9799-8F89-E9956050A64C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799" name="Google Shape;13593;p91">
                  <a:extLst>
                    <a:ext uri="{FF2B5EF4-FFF2-40B4-BE49-F238E27FC236}">
                      <a16:creationId xmlns:a16="http://schemas.microsoft.com/office/drawing/2014/main" id="{D9112000-D5F7-EBE7-5F59-EEFF302CCC14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0" name="Google Shape;13594;p91">
                  <a:extLst>
                    <a:ext uri="{FF2B5EF4-FFF2-40B4-BE49-F238E27FC236}">
                      <a16:creationId xmlns:a16="http://schemas.microsoft.com/office/drawing/2014/main" id="{F16747E5-F4A6-654F-49D5-1F59BACEE861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93" name="Google Shape;13595;p91">
                <a:extLst>
                  <a:ext uri="{FF2B5EF4-FFF2-40B4-BE49-F238E27FC236}">
                    <a16:creationId xmlns:a16="http://schemas.microsoft.com/office/drawing/2014/main" id="{D5602C16-2B21-9DE5-5CA1-E7B85A73AB40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797" name="Google Shape;13596;p91">
                  <a:extLst>
                    <a:ext uri="{FF2B5EF4-FFF2-40B4-BE49-F238E27FC236}">
                      <a16:creationId xmlns:a16="http://schemas.microsoft.com/office/drawing/2014/main" id="{AB7224B1-6AC5-EE4E-B479-B25E985B09D0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2798" name="Google Shape;13597;p91">
                  <a:extLst>
                    <a:ext uri="{FF2B5EF4-FFF2-40B4-BE49-F238E27FC236}">
                      <a16:creationId xmlns:a16="http://schemas.microsoft.com/office/drawing/2014/main" id="{FAECDC7E-CD7B-EB1B-A8A9-01E58E07B0D9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2794" name="Google Shape;13598;p91">
                <a:extLst>
                  <a:ext uri="{FF2B5EF4-FFF2-40B4-BE49-F238E27FC236}">
                    <a16:creationId xmlns:a16="http://schemas.microsoft.com/office/drawing/2014/main" id="{D0218A14-6D0F-A9F6-B21E-9285D691072D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795" name="Google Shape;13599;p91">
                  <a:extLst>
                    <a:ext uri="{FF2B5EF4-FFF2-40B4-BE49-F238E27FC236}">
                      <a16:creationId xmlns:a16="http://schemas.microsoft.com/office/drawing/2014/main" id="{F4C81F98-9D5F-21C6-FB49-34ECAB69F9AC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2796" name="Google Shape;13600;p91">
                  <a:extLst>
                    <a:ext uri="{FF2B5EF4-FFF2-40B4-BE49-F238E27FC236}">
                      <a16:creationId xmlns:a16="http://schemas.microsoft.com/office/drawing/2014/main" id="{A513C560-FA24-F1B6-A66E-681BAF2865C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03" name="Google Shape;13588;p91">
              <a:extLst>
                <a:ext uri="{FF2B5EF4-FFF2-40B4-BE49-F238E27FC236}">
                  <a16:creationId xmlns:a16="http://schemas.microsoft.com/office/drawing/2014/main" id="{A3001637-F306-025B-2E0A-DCB2FC702B2C}"/>
                </a:ext>
              </a:extLst>
            </p:cNvPr>
            <p:cNvGrpSpPr/>
            <p:nvPr/>
          </p:nvGrpSpPr>
          <p:grpSpPr>
            <a:xfrm>
              <a:off x="5046863" y="3082649"/>
              <a:ext cx="539378" cy="461203"/>
              <a:chOff x="7636443" y="1204988"/>
              <a:chExt cx="804565" cy="677795"/>
            </a:xfrm>
          </p:grpSpPr>
          <p:grpSp>
            <p:nvGrpSpPr>
              <p:cNvPr id="2804" name="Google Shape;13589;p91">
                <a:extLst>
                  <a:ext uri="{FF2B5EF4-FFF2-40B4-BE49-F238E27FC236}">
                    <a16:creationId xmlns:a16="http://schemas.microsoft.com/office/drawing/2014/main" id="{F394445F-A044-F93A-F5E7-8B7CBAFFD902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814" name="Google Shape;13590;p91">
                  <a:extLst>
                    <a:ext uri="{FF2B5EF4-FFF2-40B4-BE49-F238E27FC236}">
                      <a16:creationId xmlns:a16="http://schemas.microsoft.com/office/drawing/2014/main" id="{AABE63D9-F23C-96E3-5170-93292BAF9AFB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5" name="Google Shape;13591;p91">
                  <a:extLst>
                    <a:ext uri="{FF2B5EF4-FFF2-40B4-BE49-F238E27FC236}">
                      <a16:creationId xmlns:a16="http://schemas.microsoft.com/office/drawing/2014/main" id="{6D3726F1-1894-1FFF-9B3A-B5993A04E736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05" name="Google Shape;13592;p91">
                <a:extLst>
                  <a:ext uri="{FF2B5EF4-FFF2-40B4-BE49-F238E27FC236}">
                    <a16:creationId xmlns:a16="http://schemas.microsoft.com/office/drawing/2014/main" id="{E32431A8-F56B-E2E7-2BFE-158ED89A7890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812" name="Google Shape;13593;p91">
                  <a:extLst>
                    <a:ext uri="{FF2B5EF4-FFF2-40B4-BE49-F238E27FC236}">
                      <a16:creationId xmlns:a16="http://schemas.microsoft.com/office/drawing/2014/main" id="{57B9DD12-18F1-5660-B9C3-4EAF9AA48F6E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3" name="Google Shape;13594;p91">
                  <a:extLst>
                    <a:ext uri="{FF2B5EF4-FFF2-40B4-BE49-F238E27FC236}">
                      <a16:creationId xmlns:a16="http://schemas.microsoft.com/office/drawing/2014/main" id="{DA3C1425-B934-3E2E-A8AB-D4CEB6D3058C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06" name="Google Shape;13595;p91">
                <a:extLst>
                  <a:ext uri="{FF2B5EF4-FFF2-40B4-BE49-F238E27FC236}">
                    <a16:creationId xmlns:a16="http://schemas.microsoft.com/office/drawing/2014/main" id="{BE937ED4-AE94-1898-9CAB-AFFBA43AA8E7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810" name="Google Shape;13596;p91">
                  <a:extLst>
                    <a:ext uri="{FF2B5EF4-FFF2-40B4-BE49-F238E27FC236}">
                      <a16:creationId xmlns:a16="http://schemas.microsoft.com/office/drawing/2014/main" id="{FFFA9DDD-C401-2674-A7A4-1452D87B4541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2811" name="Google Shape;13597;p91">
                  <a:extLst>
                    <a:ext uri="{FF2B5EF4-FFF2-40B4-BE49-F238E27FC236}">
                      <a16:creationId xmlns:a16="http://schemas.microsoft.com/office/drawing/2014/main" id="{43C9710D-AC68-53C7-B01D-080AF40AD105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2807" name="Google Shape;13598;p91">
                <a:extLst>
                  <a:ext uri="{FF2B5EF4-FFF2-40B4-BE49-F238E27FC236}">
                    <a16:creationId xmlns:a16="http://schemas.microsoft.com/office/drawing/2014/main" id="{25CECC65-4EF6-6C5F-83B0-1E8E11749B67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808" name="Google Shape;13599;p91">
                  <a:extLst>
                    <a:ext uri="{FF2B5EF4-FFF2-40B4-BE49-F238E27FC236}">
                      <a16:creationId xmlns:a16="http://schemas.microsoft.com/office/drawing/2014/main" id="{0320C587-54CC-DDD6-9F21-3B1A2D6E6E29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2809" name="Google Shape;13600;p91">
                  <a:extLst>
                    <a:ext uri="{FF2B5EF4-FFF2-40B4-BE49-F238E27FC236}">
                      <a16:creationId xmlns:a16="http://schemas.microsoft.com/office/drawing/2014/main" id="{4CA42852-A04F-88CA-63BB-FACA1762663C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16" name="Google Shape;13588;p91">
              <a:extLst>
                <a:ext uri="{FF2B5EF4-FFF2-40B4-BE49-F238E27FC236}">
                  <a16:creationId xmlns:a16="http://schemas.microsoft.com/office/drawing/2014/main" id="{CDBB6B1F-BB0D-4E58-9031-224A02B47992}"/>
                </a:ext>
              </a:extLst>
            </p:cNvPr>
            <p:cNvGrpSpPr/>
            <p:nvPr/>
          </p:nvGrpSpPr>
          <p:grpSpPr>
            <a:xfrm>
              <a:off x="6433122" y="4083203"/>
              <a:ext cx="539378" cy="471747"/>
              <a:chOff x="7636443" y="1189492"/>
              <a:chExt cx="804565" cy="693291"/>
            </a:xfrm>
          </p:grpSpPr>
          <p:grpSp>
            <p:nvGrpSpPr>
              <p:cNvPr id="2817" name="Google Shape;13589;p91">
                <a:extLst>
                  <a:ext uri="{FF2B5EF4-FFF2-40B4-BE49-F238E27FC236}">
                    <a16:creationId xmlns:a16="http://schemas.microsoft.com/office/drawing/2014/main" id="{CECAE96F-7B8D-DA69-3782-98D8DA4B0A5C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827" name="Google Shape;13590;p91">
                  <a:extLst>
                    <a:ext uri="{FF2B5EF4-FFF2-40B4-BE49-F238E27FC236}">
                      <a16:creationId xmlns:a16="http://schemas.microsoft.com/office/drawing/2014/main" id="{81970B69-094E-49E1-B7EC-40FAA8A4841A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8" name="Google Shape;13591;p91">
                  <a:extLst>
                    <a:ext uri="{FF2B5EF4-FFF2-40B4-BE49-F238E27FC236}">
                      <a16:creationId xmlns:a16="http://schemas.microsoft.com/office/drawing/2014/main" id="{FAAD760F-7032-A7E0-10F2-2A70A67D6C49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18" name="Google Shape;13592;p91">
                <a:extLst>
                  <a:ext uri="{FF2B5EF4-FFF2-40B4-BE49-F238E27FC236}">
                    <a16:creationId xmlns:a16="http://schemas.microsoft.com/office/drawing/2014/main" id="{ACBE2019-A2E6-8887-910D-1EC381FAE369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825" name="Google Shape;13593;p91">
                  <a:extLst>
                    <a:ext uri="{FF2B5EF4-FFF2-40B4-BE49-F238E27FC236}">
                      <a16:creationId xmlns:a16="http://schemas.microsoft.com/office/drawing/2014/main" id="{AA05B134-E03E-F5A4-E9C9-31EDDBA66EB5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6" name="Google Shape;13594;p91">
                  <a:extLst>
                    <a:ext uri="{FF2B5EF4-FFF2-40B4-BE49-F238E27FC236}">
                      <a16:creationId xmlns:a16="http://schemas.microsoft.com/office/drawing/2014/main" id="{54E75CFA-32DC-A087-DA13-6E28A35260AF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19" name="Google Shape;13595;p91">
                <a:extLst>
                  <a:ext uri="{FF2B5EF4-FFF2-40B4-BE49-F238E27FC236}">
                    <a16:creationId xmlns:a16="http://schemas.microsoft.com/office/drawing/2014/main" id="{C2979339-38A7-53CC-7660-F81A2FF71ADD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823" name="Google Shape;13596;p91">
                  <a:extLst>
                    <a:ext uri="{FF2B5EF4-FFF2-40B4-BE49-F238E27FC236}">
                      <a16:creationId xmlns:a16="http://schemas.microsoft.com/office/drawing/2014/main" id="{CD3988FC-328A-3A55-377F-3AC147D45673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2824" name="Google Shape;13597;p91">
                  <a:extLst>
                    <a:ext uri="{FF2B5EF4-FFF2-40B4-BE49-F238E27FC236}">
                      <a16:creationId xmlns:a16="http://schemas.microsoft.com/office/drawing/2014/main" id="{E75577BF-3D27-CDC1-8443-CD9F97B3E70E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2820" name="Google Shape;13598;p91">
                <a:extLst>
                  <a:ext uri="{FF2B5EF4-FFF2-40B4-BE49-F238E27FC236}">
                    <a16:creationId xmlns:a16="http://schemas.microsoft.com/office/drawing/2014/main" id="{EAA0369B-485A-A24C-1A8E-065497B5C1D9}"/>
                  </a:ext>
                </a:extLst>
              </p:cNvPr>
              <p:cNvGrpSpPr/>
              <p:nvPr/>
            </p:nvGrpSpPr>
            <p:grpSpPr>
              <a:xfrm>
                <a:off x="7636789" y="1189492"/>
                <a:ext cx="804219" cy="373078"/>
                <a:chOff x="7636789" y="1189492"/>
                <a:chExt cx="804219" cy="373078"/>
              </a:xfrm>
            </p:grpSpPr>
            <p:sp>
              <p:nvSpPr>
                <p:cNvPr id="2821" name="Google Shape;13599;p91">
                  <a:extLst>
                    <a:ext uri="{FF2B5EF4-FFF2-40B4-BE49-F238E27FC236}">
                      <a16:creationId xmlns:a16="http://schemas.microsoft.com/office/drawing/2014/main" id="{2355365D-7354-12BB-3659-163EE2FB0617}"/>
                    </a:ext>
                  </a:extLst>
                </p:cNvPr>
                <p:cNvSpPr/>
                <p:nvPr/>
              </p:nvSpPr>
              <p:spPr>
                <a:xfrm>
                  <a:off x="7636789" y="1189492"/>
                  <a:ext cx="749841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2822" name="Google Shape;13600;p91">
                  <a:extLst>
                    <a:ext uri="{FF2B5EF4-FFF2-40B4-BE49-F238E27FC236}">
                      <a16:creationId xmlns:a16="http://schemas.microsoft.com/office/drawing/2014/main" id="{A9AC9692-99B9-9687-EE8C-BFB08D19314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29" name="Google Shape;13588;p91">
              <a:extLst>
                <a:ext uri="{FF2B5EF4-FFF2-40B4-BE49-F238E27FC236}">
                  <a16:creationId xmlns:a16="http://schemas.microsoft.com/office/drawing/2014/main" id="{D4238DCB-1F3D-9118-3B0E-E78BBFF469AD}"/>
                </a:ext>
              </a:extLst>
            </p:cNvPr>
            <p:cNvGrpSpPr/>
            <p:nvPr/>
          </p:nvGrpSpPr>
          <p:grpSpPr>
            <a:xfrm>
              <a:off x="7104447" y="2051316"/>
              <a:ext cx="539378" cy="461203"/>
              <a:chOff x="7636443" y="1204988"/>
              <a:chExt cx="804565" cy="677795"/>
            </a:xfrm>
          </p:grpSpPr>
          <p:grpSp>
            <p:nvGrpSpPr>
              <p:cNvPr id="2830" name="Google Shape;13589;p91">
                <a:extLst>
                  <a:ext uri="{FF2B5EF4-FFF2-40B4-BE49-F238E27FC236}">
                    <a16:creationId xmlns:a16="http://schemas.microsoft.com/office/drawing/2014/main" id="{95D49B72-3C62-02CC-3B3F-98C848F791D8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840" name="Google Shape;13590;p91">
                  <a:extLst>
                    <a:ext uri="{FF2B5EF4-FFF2-40B4-BE49-F238E27FC236}">
                      <a16:creationId xmlns:a16="http://schemas.microsoft.com/office/drawing/2014/main" id="{7A3343F7-FF9C-EAE5-3A47-796FBC05C7DA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1" name="Google Shape;13591;p91">
                  <a:extLst>
                    <a:ext uri="{FF2B5EF4-FFF2-40B4-BE49-F238E27FC236}">
                      <a16:creationId xmlns:a16="http://schemas.microsoft.com/office/drawing/2014/main" id="{06C3005C-B6EF-FF7F-8486-D51415C06545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31" name="Google Shape;13592;p91">
                <a:extLst>
                  <a:ext uri="{FF2B5EF4-FFF2-40B4-BE49-F238E27FC236}">
                    <a16:creationId xmlns:a16="http://schemas.microsoft.com/office/drawing/2014/main" id="{25470C1B-62D3-7941-8557-33DE4843D047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838" name="Google Shape;13593;p91">
                  <a:extLst>
                    <a:ext uri="{FF2B5EF4-FFF2-40B4-BE49-F238E27FC236}">
                      <a16:creationId xmlns:a16="http://schemas.microsoft.com/office/drawing/2014/main" id="{D7223F0B-510F-E537-4056-28AB10D7C2E7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9" name="Google Shape;13594;p91">
                  <a:extLst>
                    <a:ext uri="{FF2B5EF4-FFF2-40B4-BE49-F238E27FC236}">
                      <a16:creationId xmlns:a16="http://schemas.microsoft.com/office/drawing/2014/main" id="{29811C8E-D8A4-01E9-752F-6319F20057E1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32" name="Google Shape;13595;p91">
                <a:extLst>
                  <a:ext uri="{FF2B5EF4-FFF2-40B4-BE49-F238E27FC236}">
                    <a16:creationId xmlns:a16="http://schemas.microsoft.com/office/drawing/2014/main" id="{6E971FB4-AA1D-DB96-FCC5-7C8F30559849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836" name="Google Shape;13596;p91">
                  <a:extLst>
                    <a:ext uri="{FF2B5EF4-FFF2-40B4-BE49-F238E27FC236}">
                      <a16:creationId xmlns:a16="http://schemas.microsoft.com/office/drawing/2014/main" id="{93E03DD1-869D-BBD9-BB31-6D1D4B6EB582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  <p:sp>
              <p:nvSpPr>
                <p:cNvPr id="2837" name="Google Shape;13597;p91">
                  <a:extLst>
                    <a:ext uri="{FF2B5EF4-FFF2-40B4-BE49-F238E27FC236}">
                      <a16:creationId xmlns:a16="http://schemas.microsoft.com/office/drawing/2014/main" id="{8978CAFD-EC70-3FB4-D154-35C25C9F623D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/>
                </a:p>
              </p:txBody>
            </p:sp>
          </p:grpSp>
          <p:grpSp>
            <p:nvGrpSpPr>
              <p:cNvPr id="2833" name="Google Shape;13598;p91">
                <a:extLst>
                  <a:ext uri="{FF2B5EF4-FFF2-40B4-BE49-F238E27FC236}">
                    <a16:creationId xmlns:a16="http://schemas.microsoft.com/office/drawing/2014/main" id="{36D24359-6AAA-1ACD-FBF5-BBDD036D3167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834" name="Google Shape;13599;p91">
                  <a:extLst>
                    <a:ext uri="{FF2B5EF4-FFF2-40B4-BE49-F238E27FC236}">
                      <a16:creationId xmlns:a16="http://schemas.microsoft.com/office/drawing/2014/main" id="{F5330D4D-48E4-2E10-27E2-F7904B5E2D7C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/>
                </a:p>
              </p:txBody>
            </p:sp>
            <p:sp>
              <p:nvSpPr>
                <p:cNvPr id="2835" name="Google Shape;13600;p91">
                  <a:extLst>
                    <a:ext uri="{FF2B5EF4-FFF2-40B4-BE49-F238E27FC236}">
                      <a16:creationId xmlns:a16="http://schemas.microsoft.com/office/drawing/2014/main" id="{0B905E31-E930-9711-6A51-BE81E9F9E5C3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42" name="Google Shape;13588;p91">
              <a:extLst>
                <a:ext uri="{FF2B5EF4-FFF2-40B4-BE49-F238E27FC236}">
                  <a16:creationId xmlns:a16="http://schemas.microsoft.com/office/drawing/2014/main" id="{F92A6D76-1D23-F593-912E-43000F4B0BCB}"/>
                </a:ext>
              </a:extLst>
            </p:cNvPr>
            <p:cNvGrpSpPr/>
            <p:nvPr/>
          </p:nvGrpSpPr>
          <p:grpSpPr>
            <a:xfrm>
              <a:off x="7102660" y="1557753"/>
              <a:ext cx="539378" cy="461203"/>
              <a:chOff x="7636443" y="1204988"/>
              <a:chExt cx="804565" cy="677795"/>
            </a:xfrm>
          </p:grpSpPr>
          <p:grpSp>
            <p:nvGrpSpPr>
              <p:cNvPr id="2843" name="Google Shape;13589;p91">
                <a:extLst>
                  <a:ext uri="{FF2B5EF4-FFF2-40B4-BE49-F238E27FC236}">
                    <a16:creationId xmlns:a16="http://schemas.microsoft.com/office/drawing/2014/main" id="{74D55D1E-3A24-C790-AB8C-D7265D849301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853" name="Google Shape;13590;p91">
                  <a:extLst>
                    <a:ext uri="{FF2B5EF4-FFF2-40B4-BE49-F238E27FC236}">
                      <a16:creationId xmlns:a16="http://schemas.microsoft.com/office/drawing/2014/main" id="{AE551DFE-6148-D7D3-61BC-86775C60769A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BD47">
                    <a:lumMod val="50000"/>
                  </a:srgbClr>
                </a:solidFill>
                <a:ln>
                  <a:solidFill>
                    <a:srgbClr val="FFBD47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54" name="Google Shape;13591;p91">
                  <a:extLst>
                    <a:ext uri="{FF2B5EF4-FFF2-40B4-BE49-F238E27FC236}">
                      <a16:creationId xmlns:a16="http://schemas.microsoft.com/office/drawing/2014/main" id="{BE794819-0BF9-3D96-C992-C53020CDBF40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BD47">
                    <a:lumMod val="50000"/>
                  </a:srgbClr>
                </a:solidFill>
                <a:ln>
                  <a:solidFill>
                    <a:srgbClr val="FFBD47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44" name="Google Shape;13592;p91">
                <a:extLst>
                  <a:ext uri="{FF2B5EF4-FFF2-40B4-BE49-F238E27FC236}">
                    <a16:creationId xmlns:a16="http://schemas.microsoft.com/office/drawing/2014/main" id="{0842501E-C06A-9F2A-7D70-CBD03C3B360F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851" name="Google Shape;13593;p91">
                  <a:extLst>
                    <a:ext uri="{FF2B5EF4-FFF2-40B4-BE49-F238E27FC236}">
                      <a16:creationId xmlns:a16="http://schemas.microsoft.com/office/drawing/2014/main" id="{9D6E0CDE-7DA1-2D12-86C3-FEE7CE6935FC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BD47">
                    <a:lumMod val="75000"/>
                  </a:srgbClr>
                </a:solidFill>
                <a:ln>
                  <a:solidFill>
                    <a:srgbClr val="FFBD47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52" name="Google Shape;13594;p91">
                  <a:extLst>
                    <a:ext uri="{FF2B5EF4-FFF2-40B4-BE49-F238E27FC236}">
                      <a16:creationId xmlns:a16="http://schemas.microsoft.com/office/drawing/2014/main" id="{0644614F-F293-BFDA-4DB2-B4006D25A4A5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BD47">
                    <a:lumMod val="75000"/>
                  </a:srgbClr>
                </a:solidFill>
                <a:ln>
                  <a:solidFill>
                    <a:srgbClr val="FFBD47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45" name="Google Shape;13595;p91">
                <a:extLst>
                  <a:ext uri="{FF2B5EF4-FFF2-40B4-BE49-F238E27FC236}">
                    <a16:creationId xmlns:a16="http://schemas.microsoft.com/office/drawing/2014/main" id="{CFDA253D-E232-374A-A8FF-AF3EE293BB05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849" name="Google Shape;13596;p91">
                  <a:extLst>
                    <a:ext uri="{FF2B5EF4-FFF2-40B4-BE49-F238E27FC236}">
                      <a16:creationId xmlns:a16="http://schemas.microsoft.com/office/drawing/2014/main" id="{32C3E835-9243-FCBC-7997-655C8FBA5AF8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BD47">
                    <a:lumMod val="60000"/>
                    <a:lumOff val="40000"/>
                  </a:srgbClr>
                </a:solidFill>
                <a:ln>
                  <a:solidFill>
                    <a:srgbClr val="FFBD47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50" name="Google Shape;13597;p91">
                  <a:extLst>
                    <a:ext uri="{FF2B5EF4-FFF2-40B4-BE49-F238E27FC236}">
                      <a16:creationId xmlns:a16="http://schemas.microsoft.com/office/drawing/2014/main" id="{62173DE6-5020-5A43-5F32-8DA989DAF68A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BD47">
                    <a:lumMod val="60000"/>
                    <a:lumOff val="40000"/>
                  </a:srgbClr>
                </a:solidFill>
                <a:ln>
                  <a:solidFill>
                    <a:srgbClr val="FFBD47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46" name="Google Shape;13598;p91">
                <a:extLst>
                  <a:ext uri="{FF2B5EF4-FFF2-40B4-BE49-F238E27FC236}">
                    <a16:creationId xmlns:a16="http://schemas.microsoft.com/office/drawing/2014/main" id="{3FF55E81-DC49-C31E-0BB9-754F0D2FD383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847" name="Google Shape;13599;p91">
                  <a:extLst>
                    <a:ext uri="{FF2B5EF4-FFF2-40B4-BE49-F238E27FC236}">
                      <a16:creationId xmlns:a16="http://schemas.microsoft.com/office/drawing/2014/main" id="{EFA81376-0FC7-FCEC-5C8D-27AECA817A96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BD47">
                    <a:lumMod val="40000"/>
                    <a:lumOff val="60000"/>
                  </a:srgbClr>
                </a:solidFill>
                <a:ln>
                  <a:solidFill>
                    <a:srgbClr val="FFBD47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48" name="Google Shape;13600;p91">
                  <a:extLst>
                    <a:ext uri="{FF2B5EF4-FFF2-40B4-BE49-F238E27FC236}">
                      <a16:creationId xmlns:a16="http://schemas.microsoft.com/office/drawing/2014/main" id="{84CB5CB5-E0AE-3B27-7AC7-7AE7D2F63DE1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BD47">
                    <a:lumMod val="40000"/>
                    <a:lumOff val="60000"/>
                  </a:srgbClr>
                </a:solidFill>
                <a:ln>
                  <a:solidFill>
                    <a:srgbClr val="FFBD47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855" name="Google Shape;13588;p91">
              <a:extLst>
                <a:ext uri="{FF2B5EF4-FFF2-40B4-BE49-F238E27FC236}">
                  <a16:creationId xmlns:a16="http://schemas.microsoft.com/office/drawing/2014/main" id="{6624186F-FA1A-A392-D73E-B5FA2E3A9F12}"/>
                </a:ext>
              </a:extLst>
            </p:cNvPr>
            <p:cNvGrpSpPr/>
            <p:nvPr/>
          </p:nvGrpSpPr>
          <p:grpSpPr>
            <a:xfrm>
              <a:off x="7100075" y="2573189"/>
              <a:ext cx="539378" cy="461203"/>
              <a:chOff x="7636443" y="1204988"/>
              <a:chExt cx="804565" cy="677795"/>
            </a:xfrm>
          </p:grpSpPr>
          <p:grpSp>
            <p:nvGrpSpPr>
              <p:cNvPr id="2856" name="Google Shape;13589;p91">
                <a:extLst>
                  <a:ext uri="{FF2B5EF4-FFF2-40B4-BE49-F238E27FC236}">
                    <a16:creationId xmlns:a16="http://schemas.microsoft.com/office/drawing/2014/main" id="{FF9EF67D-1681-1586-9372-10A96966FAB6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866" name="Google Shape;13590;p91">
                  <a:extLst>
                    <a:ext uri="{FF2B5EF4-FFF2-40B4-BE49-F238E27FC236}">
                      <a16:creationId xmlns:a16="http://schemas.microsoft.com/office/drawing/2014/main" id="{5248D7A4-9BA3-BA91-2B60-D74DAF986048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22600">
                    <a:lumMod val="50000"/>
                  </a:srgbClr>
                </a:solidFill>
                <a:ln>
                  <a:solidFill>
                    <a:srgbClr val="B22600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67" name="Google Shape;13591;p91">
                  <a:extLst>
                    <a:ext uri="{FF2B5EF4-FFF2-40B4-BE49-F238E27FC236}">
                      <a16:creationId xmlns:a16="http://schemas.microsoft.com/office/drawing/2014/main" id="{BE29DA99-602F-74E6-1B13-E94E07302603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22600">
                    <a:lumMod val="50000"/>
                  </a:srgbClr>
                </a:solidFill>
                <a:ln>
                  <a:solidFill>
                    <a:srgbClr val="B22600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57" name="Google Shape;13592;p91">
                <a:extLst>
                  <a:ext uri="{FF2B5EF4-FFF2-40B4-BE49-F238E27FC236}">
                    <a16:creationId xmlns:a16="http://schemas.microsoft.com/office/drawing/2014/main" id="{98BCBF30-D917-0DDB-3609-13C618CDCBEE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864" name="Google Shape;13593;p91">
                  <a:extLst>
                    <a:ext uri="{FF2B5EF4-FFF2-40B4-BE49-F238E27FC236}">
                      <a16:creationId xmlns:a16="http://schemas.microsoft.com/office/drawing/2014/main" id="{3A979671-1AA4-5674-52AF-25347D94D037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22600">
                    <a:lumMod val="75000"/>
                  </a:srgbClr>
                </a:solidFill>
                <a:ln>
                  <a:solidFill>
                    <a:srgbClr val="B22600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65" name="Google Shape;13594;p91">
                  <a:extLst>
                    <a:ext uri="{FF2B5EF4-FFF2-40B4-BE49-F238E27FC236}">
                      <a16:creationId xmlns:a16="http://schemas.microsoft.com/office/drawing/2014/main" id="{A922E4FE-ED54-6BB1-1AB7-A5F4A4CE05A0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22600">
                    <a:lumMod val="75000"/>
                  </a:srgbClr>
                </a:solidFill>
                <a:ln>
                  <a:solidFill>
                    <a:srgbClr val="B22600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58" name="Google Shape;13595;p91">
                <a:extLst>
                  <a:ext uri="{FF2B5EF4-FFF2-40B4-BE49-F238E27FC236}">
                    <a16:creationId xmlns:a16="http://schemas.microsoft.com/office/drawing/2014/main" id="{3819439D-BE37-8D41-ED26-09B8C1A0502A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862" name="Google Shape;13596;p91">
                  <a:extLst>
                    <a:ext uri="{FF2B5EF4-FFF2-40B4-BE49-F238E27FC236}">
                      <a16:creationId xmlns:a16="http://schemas.microsoft.com/office/drawing/2014/main" id="{8E1F6392-2371-54AF-6F53-D8F34B6AB955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22600">
                    <a:lumMod val="60000"/>
                    <a:lumOff val="40000"/>
                  </a:srgbClr>
                </a:solidFill>
                <a:ln>
                  <a:solidFill>
                    <a:srgbClr val="B22600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63" name="Google Shape;13597;p91">
                  <a:extLst>
                    <a:ext uri="{FF2B5EF4-FFF2-40B4-BE49-F238E27FC236}">
                      <a16:creationId xmlns:a16="http://schemas.microsoft.com/office/drawing/2014/main" id="{4F497778-E9EB-FB25-C699-E1562BD587CF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22600">
                    <a:lumMod val="60000"/>
                    <a:lumOff val="40000"/>
                  </a:srgbClr>
                </a:solidFill>
                <a:ln>
                  <a:solidFill>
                    <a:srgbClr val="B22600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59" name="Google Shape;13598;p91">
                <a:extLst>
                  <a:ext uri="{FF2B5EF4-FFF2-40B4-BE49-F238E27FC236}">
                    <a16:creationId xmlns:a16="http://schemas.microsoft.com/office/drawing/2014/main" id="{E8116ADF-26DB-8B6B-81C6-C683926B6CE5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860" name="Google Shape;13599;p91">
                  <a:extLst>
                    <a:ext uri="{FF2B5EF4-FFF2-40B4-BE49-F238E27FC236}">
                      <a16:creationId xmlns:a16="http://schemas.microsoft.com/office/drawing/2014/main" id="{E948F758-134E-7436-65FA-532807B00EE4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22600">
                    <a:lumMod val="40000"/>
                    <a:lumOff val="60000"/>
                  </a:srgbClr>
                </a:solidFill>
                <a:ln>
                  <a:solidFill>
                    <a:srgbClr val="B22600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61" name="Google Shape;13600;p91">
                  <a:extLst>
                    <a:ext uri="{FF2B5EF4-FFF2-40B4-BE49-F238E27FC236}">
                      <a16:creationId xmlns:a16="http://schemas.microsoft.com/office/drawing/2014/main" id="{5F95BBB9-2D23-963C-71D0-C33C6270C9DA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22600">
                    <a:lumMod val="40000"/>
                    <a:lumOff val="60000"/>
                  </a:srgbClr>
                </a:solidFill>
                <a:ln>
                  <a:solidFill>
                    <a:srgbClr val="B22600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868" name="Google Shape;13588;p91">
              <a:extLst>
                <a:ext uri="{FF2B5EF4-FFF2-40B4-BE49-F238E27FC236}">
                  <a16:creationId xmlns:a16="http://schemas.microsoft.com/office/drawing/2014/main" id="{628CDA74-5C81-295E-3304-D3B6E51CE975}"/>
                </a:ext>
              </a:extLst>
            </p:cNvPr>
            <p:cNvGrpSpPr/>
            <p:nvPr/>
          </p:nvGrpSpPr>
          <p:grpSpPr>
            <a:xfrm>
              <a:off x="6438109" y="3586745"/>
              <a:ext cx="539378" cy="461203"/>
              <a:chOff x="7636443" y="1204988"/>
              <a:chExt cx="804565" cy="677795"/>
            </a:xfrm>
          </p:grpSpPr>
          <p:grpSp>
            <p:nvGrpSpPr>
              <p:cNvPr id="2869" name="Google Shape;13589;p91">
                <a:extLst>
                  <a:ext uri="{FF2B5EF4-FFF2-40B4-BE49-F238E27FC236}">
                    <a16:creationId xmlns:a16="http://schemas.microsoft.com/office/drawing/2014/main" id="{45CF805A-7655-C7EE-54CE-A2D832341E6F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879" name="Google Shape;13590;p91">
                  <a:extLst>
                    <a:ext uri="{FF2B5EF4-FFF2-40B4-BE49-F238E27FC236}">
                      <a16:creationId xmlns:a16="http://schemas.microsoft.com/office/drawing/2014/main" id="{F7B3E22F-B9C6-BBEF-80AD-2ADA46BAE3EF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8427">
                    <a:lumMod val="50000"/>
                  </a:srgbClr>
                </a:solidFill>
                <a:ln>
                  <a:solidFill>
                    <a:srgbClr val="FF8427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80" name="Google Shape;13591;p91">
                  <a:extLst>
                    <a:ext uri="{FF2B5EF4-FFF2-40B4-BE49-F238E27FC236}">
                      <a16:creationId xmlns:a16="http://schemas.microsoft.com/office/drawing/2014/main" id="{BE7DB114-A893-1524-CAC3-9843D0D3B5CB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8427">
                    <a:lumMod val="50000"/>
                  </a:srgbClr>
                </a:solidFill>
                <a:ln>
                  <a:solidFill>
                    <a:srgbClr val="FF8427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70" name="Google Shape;13592;p91">
                <a:extLst>
                  <a:ext uri="{FF2B5EF4-FFF2-40B4-BE49-F238E27FC236}">
                    <a16:creationId xmlns:a16="http://schemas.microsoft.com/office/drawing/2014/main" id="{DA63C35E-F138-A3BF-7A2A-6744A3085320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877" name="Google Shape;13593;p91">
                  <a:extLst>
                    <a:ext uri="{FF2B5EF4-FFF2-40B4-BE49-F238E27FC236}">
                      <a16:creationId xmlns:a16="http://schemas.microsoft.com/office/drawing/2014/main" id="{8B2A8B18-65EE-8FF3-6DD3-9197C75E4B2F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8427">
                    <a:lumMod val="75000"/>
                  </a:srgbClr>
                </a:solidFill>
                <a:ln>
                  <a:solidFill>
                    <a:srgbClr val="FF8427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78" name="Google Shape;13594;p91">
                  <a:extLst>
                    <a:ext uri="{FF2B5EF4-FFF2-40B4-BE49-F238E27FC236}">
                      <a16:creationId xmlns:a16="http://schemas.microsoft.com/office/drawing/2014/main" id="{523A6826-919D-4885-F974-566742ECEA87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8427">
                    <a:lumMod val="75000"/>
                  </a:srgbClr>
                </a:solidFill>
                <a:ln>
                  <a:solidFill>
                    <a:srgbClr val="FF8427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71" name="Google Shape;13595;p91">
                <a:extLst>
                  <a:ext uri="{FF2B5EF4-FFF2-40B4-BE49-F238E27FC236}">
                    <a16:creationId xmlns:a16="http://schemas.microsoft.com/office/drawing/2014/main" id="{F8E9CD99-7631-4427-B18F-57D3EE510076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875" name="Google Shape;13596;p91">
                  <a:extLst>
                    <a:ext uri="{FF2B5EF4-FFF2-40B4-BE49-F238E27FC236}">
                      <a16:creationId xmlns:a16="http://schemas.microsoft.com/office/drawing/2014/main" id="{BA8FD6FF-E8CD-4D83-1768-2FD972891394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8427">
                    <a:lumMod val="60000"/>
                    <a:lumOff val="40000"/>
                  </a:srgbClr>
                </a:solidFill>
                <a:ln>
                  <a:solidFill>
                    <a:srgbClr val="FF8427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76" name="Google Shape;13597;p91">
                  <a:extLst>
                    <a:ext uri="{FF2B5EF4-FFF2-40B4-BE49-F238E27FC236}">
                      <a16:creationId xmlns:a16="http://schemas.microsoft.com/office/drawing/2014/main" id="{695B0D35-C3EE-6DA0-A5FA-A25A0733FB7D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8427">
                    <a:lumMod val="60000"/>
                    <a:lumOff val="40000"/>
                  </a:srgbClr>
                </a:solidFill>
                <a:ln>
                  <a:solidFill>
                    <a:srgbClr val="FF8427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72" name="Google Shape;13598;p91">
                <a:extLst>
                  <a:ext uri="{FF2B5EF4-FFF2-40B4-BE49-F238E27FC236}">
                    <a16:creationId xmlns:a16="http://schemas.microsoft.com/office/drawing/2014/main" id="{46DA7AE1-B87B-D0E2-133D-45263CADF188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873" name="Google Shape;13599;p91">
                  <a:extLst>
                    <a:ext uri="{FF2B5EF4-FFF2-40B4-BE49-F238E27FC236}">
                      <a16:creationId xmlns:a16="http://schemas.microsoft.com/office/drawing/2014/main" id="{3751FB4F-C1A8-5A4D-0B52-0CDBC1B419E5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F8427">
                    <a:lumMod val="40000"/>
                    <a:lumOff val="60000"/>
                  </a:srgbClr>
                </a:solidFill>
                <a:ln>
                  <a:solidFill>
                    <a:srgbClr val="FF8427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74" name="Google Shape;13600;p91">
                  <a:extLst>
                    <a:ext uri="{FF2B5EF4-FFF2-40B4-BE49-F238E27FC236}">
                      <a16:creationId xmlns:a16="http://schemas.microsoft.com/office/drawing/2014/main" id="{40BC3E65-73AD-32F2-C1FE-A5FAF51C20C6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F8427">
                    <a:lumMod val="40000"/>
                    <a:lumOff val="60000"/>
                  </a:srgbClr>
                </a:solidFill>
                <a:ln>
                  <a:solidFill>
                    <a:srgbClr val="FF8427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881" name="Google Shape;13588;p91">
              <a:extLst>
                <a:ext uri="{FF2B5EF4-FFF2-40B4-BE49-F238E27FC236}">
                  <a16:creationId xmlns:a16="http://schemas.microsoft.com/office/drawing/2014/main" id="{503A0637-0AB8-93EF-1577-B1A176CFE802}"/>
                </a:ext>
              </a:extLst>
            </p:cNvPr>
            <p:cNvGrpSpPr/>
            <p:nvPr/>
          </p:nvGrpSpPr>
          <p:grpSpPr>
            <a:xfrm>
              <a:off x="6433122" y="2076447"/>
              <a:ext cx="539378" cy="461203"/>
              <a:chOff x="7636443" y="1204988"/>
              <a:chExt cx="804565" cy="677795"/>
            </a:xfrm>
          </p:grpSpPr>
          <p:grpSp>
            <p:nvGrpSpPr>
              <p:cNvPr id="2882" name="Google Shape;13589;p91">
                <a:extLst>
                  <a:ext uri="{FF2B5EF4-FFF2-40B4-BE49-F238E27FC236}">
                    <a16:creationId xmlns:a16="http://schemas.microsoft.com/office/drawing/2014/main" id="{A291A819-944C-7826-80D6-653ACD4EE0BB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892" name="Google Shape;13590;p91">
                  <a:extLst>
                    <a:ext uri="{FF2B5EF4-FFF2-40B4-BE49-F238E27FC236}">
                      <a16:creationId xmlns:a16="http://schemas.microsoft.com/office/drawing/2014/main" id="{0037F421-EEA4-D0FD-43EE-2528CE8897ED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93" name="Google Shape;13591;p91">
                  <a:extLst>
                    <a:ext uri="{FF2B5EF4-FFF2-40B4-BE49-F238E27FC236}">
                      <a16:creationId xmlns:a16="http://schemas.microsoft.com/office/drawing/2014/main" id="{5AA5B1F0-A896-038C-3F3B-06BD208F88B9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83" name="Google Shape;13592;p91">
                <a:extLst>
                  <a:ext uri="{FF2B5EF4-FFF2-40B4-BE49-F238E27FC236}">
                    <a16:creationId xmlns:a16="http://schemas.microsoft.com/office/drawing/2014/main" id="{8BE51C29-E506-E13E-E591-AD7B627A2D20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890" name="Google Shape;13593;p91">
                  <a:extLst>
                    <a:ext uri="{FF2B5EF4-FFF2-40B4-BE49-F238E27FC236}">
                      <a16:creationId xmlns:a16="http://schemas.microsoft.com/office/drawing/2014/main" id="{50237177-15D7-23A2-15F5-F90B53EAA71E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EECE1">
                    <a:lumMod val="25000"/>
                  </a:srgbClr>
                </a:solidFill>
                <a:ln>
                  <a:solidFill>
                    <a:srgbClr val="EEECE1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91" name="Google Shape;13594;p91">
                  <a:extLst>
                    <a:ext uri="{FF2B5EF4-FFF2-40B4-BE49-F238E27FC236}">
                      <a16:creationId xmlns:a16="http://schemas.microsoft.com/office/drawing/2014/main" id="{267D2ED9-7949-9399-F6C8-EE90DBC5AB72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EECE1">
                    <a:lumMod val="25000"/>
                  </a:srgbClr>
                </a:solidFill>
                <a:ln>
                  <a:solidFill>
                    <a:srgbClr val="EEECE1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84" name="Google Shape;13595;p91">
                <a:extLst>
                  <a:ext uri="{FF2B5EF4-FFF2-40B4-BE49-F238E27FC236}">
                    <a16:creationId xmlns:a16="http://schemas.microsoft.com/office/drawing/2014/main" id="{261CFBF2-4646-AB99-014F-ECD2FC352435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888" name="Google Shape;13596;p91">
                  <a:extLst>
                    <a:ext uri="{FF2B5EF4-FFF2-40B4-BE49-F238E27FC236}">
                      <a16:creationId xmlns:a16="http://schemas.microsoft.com/office/drawing/2014/main" id="{DE0B2658-A091-BB72-25A6-1DA2C85888F5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EECE1">
                    <a:lumMod val="50000"/>
                  </a:srgbClr>
                </a:solidFill>
                <a:ln>
                  <a:solidFill>
                    <a:srgbClr val="EEECE1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89" name="Google Shape;13597;p91">
                  <a:extLst>
                    <a:ext uri="{FF2B5EF4-FFF2-40B4-BE49-F238E27FC236}">
                      <a16:creationId xmlns:a16="http://schemas.microsoft.com/office/drawing/2014/main" id="{A6FE3B9F-7A01-1DD2-F87D-1037B0580622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EECE1">
                    <a:lumMod val="50000"/>
                  </a:srgbClr>
                </a:solidFill>
                <a:ln>
                  <a:solidFill>
                    <a:srgbClr val="EEECE1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85" name="Google Shape;13598;p91">
                <a:extLst>
                  <a:ext uri="{FF2B5EF4-FFF2-40B4-BE49-F238E27FC236}">
                    <a16:creationId xmlns:a16="http://schemas.microsoft.com/office/drawing/2014/main" id="{C3ED57DF-7795-7915-A888-28974745363A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886" name="Google Shape;13599;p91">
                  <a:extLst>
                    <a:ext uri="{FF2B5EF4-FFF2-40B4-BE49-F238E27FC236}">
                      <a16:creationId xmlns:a16="http://schemas.microsoft.com/office/drawing/2014/main" id="{EAB7AAB3-FFCD-BEA1-52DE-902029F9DCD1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EECE1">
                    <a:lumMod val="75000"/>
                  </a:srgbClr>
                </a:solidFill>
                <a:ln>
                  <a:solidFill>
                    <a:srgbClr val="EEECE1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87" name="Google Shape;13600;p91">
                  <a:extLst>
                    <a:ext uri="{FF2B5EF4-FFF2-40B4-BE49-F238E27FC236}">
                      <a16:creationId xmlns:a16="http://schemas.microsoft.com/office/drawing/2014/main" id="{F54FF314-FB5E-E85E-A0B6-21A5F0750822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EECE1">
                    <a:lumMod val="75000"/>
                  </a:srgbClr>
                </a:solidFill>
                <a:ln>
                  <a:solidFill>
                    <a:srgbClr val="EEECE1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894" name="Google Shape;13588;p91">
              <a:extLst>
                <a:ext uri="{FF2B5EF4-FFF2-40B4-BE49-F238E27FC236}">
                  <a16:creationId xmlns:a16="http://schemas.microsoft.com/office/drawing/2014/main" id="{311EE872-8B51-E928-D71B-B5AD04219261}"/>
                </a:ext>
              </a:extLst>
            </p:cNvPr>
            <p:cNvGrpSpPr/>
            <p:nvPr/>
          </p:nvGrpSpPr>
          <p:grpSpPr>
            <a:xfrm>
              <a:off x="5047425" y="3588452"/>
              <a:ext cx="539378" cy="461203"/>
              <a:chOff x="7636443" y="1204988"/>
              <a:chExt cx="804565" cy="677795"/>
            </a:xfrm>
          </p:grpSpPr>
          <p:grpSp>
            <p:nvGrpSpPr>
              <p:cNvPr id="2895" name="Google Shape;13589;p91">
                <a:extLst>
                  <a:ext uri="{FF2B5EF4-FFF2-40B4-BE49-F238E27FC236}">
                    <a16:creationId xmlns:a16="http://schemas.microsoft.com/office/drawing/2014/main" id="{8DFFB529-9572-A89F-C892-FBBD692ED147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905" name="Google Shape;13590;p91">
                  <a:extLst>
                    <a:ext uri="{FF2B5EF4-FFF2-40B4-BE49-F238E27FC236}">
                      <a16:creationId xmlns:a16="http://schemas.microsoft.com/office/drawing/2014/main" id="{E47D231E-C492-FBF8-A623-DDE4E83C6421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ECCF3">
                    <a:lumMod val="50000"/>
                  </a:srgbClr>
                </a:solidFill>
                <a:ln>
                  <a:solidFill>
                    <a:srgbClr val="5ECCF3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06" name="Google Shape;13591;p91">
                  <a:extLst>
                    <a:ext uri="{FF2B5EF4-FFF2-40B4-BE49-F238E27FC236}">
                      <a16:creationId xmlns:a16="http://schemas.microsoft.com/office/drawing/2014/main" id="{4AEF3449-6AE8-CB33-A4EE-2DB0977ECE64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ECCF3">
                    <a:lumMod val="50000"/>
                  </a:srgbClr>
                </a:solidFill>
                <a:ln>
                  <a:solidFill>
                    <a:srgbClr val="5ECCF3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96" name="Google Shape;13592;p91">
                <a:extLst>
                  <a:ext uri="{FF2B5EF4-FFF2-40B4-BE49-F238E27FC236}">
                    <a16:creationId xmlns:a16="http://schemas.microsoft.com/office/drawing/2014/main" id="{15E879DF-180C-22E0-D749-4432874AE626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903" name="Google Shape;13593;p91">
                  <a:extLst>
                    <a:ext uri="{FF2B5EF4-FFF2-40B4-BE49-F238E27FC236}">
                      <a16:creationId xmlns:a16="http://schemas.microsoft.com/office/drawing/2014/main" id="{30F5FD6F-044E-F689-4DBE-E4056CDCA6BC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ECCF3">
                    <a:lumMod val="75000"/>
                  </a:srgbClr>
                </a:solidFill>
                <a:ln>
                  <a:solidFill>
                    <a:srgbClr val="5ECCF3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04" name="Google Shape;13594;p91">
                  <a:extLst>
                    <a:ext uri="{FF2B5EF4-FFF2-40B4-BE49-F238E27FC236}">
                      <a16:creationId xmlns:a16="http://schemas.microsoft.com/office/drawing/2014/main" id="{81D10793-FF10-C166-9829-5B55C5E21316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ECCF3">
                    <a:lumMod val="75000"/>
                  </a:srgbClr>
                </a:solidFill>
                <a:ln>
                  <a:solidFill>
                    <a:srgbClr val="5ECCF3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97" name="Google Shape;13595;p91">
                <a:extLst>
                  <a:ext uri="{FF2B5EF4-FFF2-40B4-BE49-F238E27FC236}">
                    <a16:creationId xmlns:a16="http://schemas.microsoft.com/office/drawing/2014/main" id="{82BC27BE-3A81-5774-B4BC-A6475748AD39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901" name="Google Shape;13596;p91">
                  <a:extLst>
                    <a:ext uri="{FF2B5EF4-FFF2-40B4-BE49-F238E27FC236}">
                      <a16:creationId xmlns:a16="http://schemas.microsoft.com/office/drawing/2014/main" id="{958AFAD3-C77F-5F51-BBE5-F088479106DF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ECCF3">
                    <a:lumMod val="60000"/>
                    <a:lumOff val="40000"/>
                  </a:srgbClr>
                </a:solidFill>
                <a:ln>
                  <a:solidFill>
                    <a:srgbClr val="5ECCF3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02" name="Google Shape;13597;p91">
                  <a:extLst>
                    <a:ext uri="{FF2B5EF4-FFF2-40B4-BE49-F238E27FC236}">
                      <a16:creationId xmlns:a16="http://schemas.microsoft.com/office/drawing/2014/main" id="{FA87C05A-7EDB-9FF8-E91E-7E52D3FBB76C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ECCF3">
                    <a:lumMod val="60000"/>
                    <a:lumOff val="40000"/>
                  </a:srgbClr>
                </a:solidFill>
                <a:ln>
                  <a:solidFill>
                    <a:srgbClr val="5ECCF3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898" name="Google Shape;13598;p91">
                <a:extLst>
                  <a:ext uri="{FF2B5EF4-FFF2-40B4-BE49-F238E27FC236}">
                    <a16:creationId xmlns:a16="http://schemas.microsoft.com/office/drawing/2014/main" id="{1ED4F447-B1D3-52FC-393C-2CF3072CB0A2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899" name="Google Shape;13599;p91">
                  <a:extLst>
                    <a:ext uri="{FF2B5EF4-FFF2-40B4-BE49-F238E27FC236}">
                      <a16:creationId xmlns:a16="http://schemas.microsoft.com/office/drawing/2014/main" id="{535B9439-50B1-7D07-F4F3-4934E4600FAD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ECCF3">
                    <a:lumMod val="40000"/>
                    <a:lumOff val="60000"/>
                  </a:srgbClr>
                </a:solidFill>
                <a:ln>
                  <a:solidFill>
                    <a:srgbClr val="5ECCF3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00" name="Google Shape;13600;p91">
                  <a:extLst>
                    <a:ext uri="{FF2B5EF4-FFF2-40B4-BE49-F238E27FC236}">
                      <a16:creationId xmlns:a16="http://schemas.microsoft.com/office/drawing/2014/main" id="{E41DA0A6-8AD5-100B-8BA9-5A3345BBF14B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ECCF3">
                    <a:lumMod val="40000"/>
                    <a:lumOff val="60000"/>
                  </a:srgbClr>
                </a:solidFill>
                <a:ln>
                  <a:solidFill>
                    <a:srgbClr val="5ECCF3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907" name="Google Shape;13588;p91">
              <a:extLst>
                <a:ext uri="{FF2B5EF4-FFF2-40B4-BE49-F238E27FC236}">
                  <a16:creationId xmlns:a16="http://schemas.microsoft.com/office/drawing/2014/main" id="{647E9B83-ABA9-E573-8151-08DF0016CF96}"/>
                </a:ext>
              </a:extLst>
            </p:cNvPr>
            <p:cNvGrpSpPr/>
            <p:nvPr/>
          </p:nvGrpSpPr>
          <p:grpSpPr>
            <a:xfrm>
              <a:off x="6420807" y="1543127"/>
              <a:ext cx="539378" cy="461203"/>
              <a:chOff x="7636443" y="1204988"/>
              <a:chExt cx="804565" cy="677795"/>
            </a:xfrm>
          </p:grpSpPr>
          <p:grpSp>
            <p:nvGrpSpPr>
              <p:cNvPr id="2908" name="Google Shape;13589;p91">
                <a:extLst>
                  <a:ext uri="{FF2B5EF4-FFF2-40B4-BE49-F238E27FC236}">
                    <a16:creationId xmlns:a16="http://schemas.microsoft.com/office/drawing/2014/main" id="{208683AD-617A-31C2-FA9F-02486477437C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918" name="Google Shape;13590;p91">
                  <a:extLst>
                    <a:ext uri="{FF2B5EF4-FFF2-40B4-BE49-F238E27FC236}">
                      <a16:creationId xmlns:a16="http://schemas.microsoft.com/office/drawing/2014/main" id="{F50DE4C2-EF25-FFCB-9EBE-5A3336441E3B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19" name="Google Shape;13591;p91">
                  <a:extLst>
                    <a:ext uri="{FF2B5EF4-FFF2-40B4-BE49-F238E27FC236}">
                      <a16:creationId xmlns:a16="http://schemas.microsoft.com/office/drawing/2014/main" id="{8B759C7D-C65A-54E5-862D-E21610A07E81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09" name="Google Shape;13592;p91">
                <a:extLst>
                  <a:ext uri="{FF2B5EF4-FFF2-40B4-BE49-F238E27FC236}">
                    <a16:creationId xmlns:a16="http://schemas.microsoft.com/office/drawing/2014/main" id="{ACF0766F-6A3D-7FC5-C7D2-EB9CCA4E2D0B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916" name="Google Shape;13593;p91">
                  <a:extLst>
                    <a:ext uri="{FF2B5EF4-FFF2-40B4-BE49-F238E27FC236}">
                      <a16:creationId xmlns:a16="http://schemas.microsoft.com/office/drawing/2014/main" id="{E0F39283-A391-E42C-3732-DCC5A0FF39E9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17" name="Google Shape;13594;p91">
                  <a:extLst>
                    <a:ext uri="{FF2B5EF4-FFF2-40B4-BE49-F238E27FC236}">
                      <a16:creationId xmlns:a16="http://schemas.microsoft.com/office/drawing/2014/main" id="{E9944F1B-3959-9FA3-A54F-CA99285E1F89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10" name="Google Shape;13595;p91">
                <a:extLst>
                  <a:ext uri="{FF2B5EF4-FFF2-40B4-BE49-F238E27FC236}">
                    <a16:creationId xmlns:a16="http://schemas.microsoft.com/office/drawing/2014/main" id="{D82E6304-5FC6-FD8B-3D15-9011612350BE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914" name="Google Shape;13596;p91">
                  <a:extLst>
                    <a:ext uri="{FF2B5EF4-FFF2-40B4-BE49-F238E27FC236}">
                      <a16:creationId xmlns:a16="http://schemas.microsoft.com/office/drawing/2014/main" id="{C46436CB-D77B-BA9B-4937-19247AC1C12C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15" name="Google Shape;13597;p91">
                  <a:extLst>
                    <a:ext uri="{FF2B5EF4-FFF2-40B4-BE49-F238E27FC236}">
                      <a16:creationId xmlns:a16="http://schemas.microsoft.com/office/drawing/2014/main" id="{0369D297-46F8-E50D-D789-B3D18BCB14B6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11" name="Google Shape;13598;p91">
                <a:extLst>
                  <a:ext uri="{FF2B5EF4-FFF2-40B4-BE49-F238E27FC236}">
                    <a16:creationId xmlns:a16="http://schemas.microsoft.com/office/drawing/2014/main" id="{20AD8CDF-69B7-2695-C726-4BE276E8C64A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912" name="Google Shape;13599;p91">
                  <a:extLst>
                    <a:ext uri="{FF2B5EF4-FFF2-40B4-BE49-F238E27FC236}">
                      <a16:creationId xmlns:a16="http://schemas.microsoft.com/office/drawing/2014/main" id="{C060ACBF-02D6-BDE6-45CB-62DC48D5FD4C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13" name="Google Shape;13600;p91">
                  <a:extLst>
                    <a:ext uri="{FF2B5EF4-FFF2-40B4-BE49-F238E27FC236}">
                      <a16:creationId xmlns:a16="http://schemas.microsoft.com/office/drawing/2014/main" id="{76EFFDAD-F449-D6BB-D711-F7B4800C5D41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920" name="Google Shape;13588;p91">
              <a:extLst>
                <a:ext uri="{FF2B5EF4-FFF2-40B4-BE49-F238E27FC236}">
                  <a16:creationId xmlns:a16="http://schemas.microsoft.com/office/drawing/2014/main" id="{6626ECFB-259A-AE22-3227-A6AF2BE7EE78}"/>
                </a:ext>
              </a:extLst>
            </p:cNvPr>
            <p:cNvGrpSpPr/>
            <p:nvPr/>
          </p:nvGrpSpPr>
          <p:grpSpPr>
            <a:xfrm>
              <a:off x="5733358" y="1557753"/>
              <a:ext cx="539378" cy="461203"/>
              <a:chOff x="7636443" y="1204988"/>
              <a:chExt cx="804565" cy="677795"/>
            </a:xfrm>
          </p:grpSpPr>
          <p:grpSp>
            <p:nvGrpSpPr>
              <p:cNvPr id="2921" name="Google Shape;13589;p91">
                <a:extLst>
                  <a:ext uri="{FF2B5EF4-FFF2-40B4-BE49-F238E27FC236}">
                    <a16:creationId xmlns:a16="http://schemas.microsoft.com/office/drawing/2014/main" id="{20C1BBF0-A849-542C-7579-A0637FC5602C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931" name="Google Shape;13590;p91">
                  <a:extLst>
                    <a:ext uri="{FF2B5EF4-FFF2-40B4-BE49-F238E27FC236}">
                      <a16:creationId xmlns:a16="http://schemas.microsoft.com/office/drawing/2014/main" id="{348ED282-6392-1543-E956-B70BDC5BF7A3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DCEAF">
                    <a:lumMod val="50000"/>
                  </a:srgbClr>
                </a:solidFill>
                <a:ln>
                  <a:solidFill>
                    <a:srgbClr val="5DCEA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32" name="Google Shape;13591;p91">
                  <a:extLst>
                    <a:ext uri="{FF2B5EF4-FFF2-40B4-BE49-F238E27FC236}">
                      <a16:creationId xmlns:a16="http://schemas.microsoft.com/office/drawing/2014/main" id="{874FFA80-5AF0-856F-220E-7C873ED4AC1A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DCEAF">
                    <a:lumMod val="50000"/>
                  </a:srgbClr>
                </a:solidFill>
                <a:ln>
                  <a:solidFill>
                    <a:srgbClr val="5DCEA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22" name="Google Shape;13592;p91">
                <a:extLst>
                  <a:ext uri="{FF2B5EF4-FFF2-40B4-BE49-F238E27FC236}">
                    <a16:creationId xmlns:a16="http://schemas.microsoft.com/office/drawing/2014/main" id="{C44EFB00-3AE3-8883-4426-502EDAB16191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929" name="Google Shape;13593;p91">
                  <a:extLst>
                    <a:ext uri="{FF2B5EF4-FFF2-40B4-BE49-F238E27FC236}">
                      <a16:creationId xmlns:a16="http://schemas.microsoft.com/office/drawing/2014/main" id="{56D5DA73-B387-3764-DAE8-5707A5896FA7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DCEAF">
                    <a:lumMod val="75000"/>
                  </a:srgbClr>
                </a:solidFill>
                <a:ln>
                  <a:solidFill>
                    <a:srgbClr val="5DCEA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30" name="Google Shape;13594;p91">
                  <a:extLst>
                    <a:ext uri="{FF2B5EF4-FFF2-40B4-BE49-F238E27FC236}">
                      <a16:creationId xmlns:a16="http://schemas.microsoft.com/office/drawing/2014/main" id="{A21CCEBE-BEA4-4BC3-4518-11B1AAC821BC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DCEAF">
                    <a:lumMod val="75000"/>
                  </a:srgbClr>
                </a:solidFill>
                <a:ln>
                  <a:solidFill>
                    <a:srgbClr val="5DCEA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23" name="Google Shape;13595;p91">
                <a:extLst>
                  <a:ext uri="{FF2B5EF4-FFF2-40B4-BE49-F238E27FC236}">
                    <a16:creationId xmlns:a16="http://schemas.microsoft.com/office/drawing/2014/main" id="{060CAE2E-A76A-9710-F764-9B2D4B0FAED0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927" name="Google Shape;13596;p91">
                  <a:extLst>
                    <a:ext uri="{FF2B5EF4-FFF2-40B4-BE49-F238E27FC236}">
                      <a16:creationId xmlns:a16="http://schemas.microsoft.com/office/drawing/2014/main" id="{4123DE38-9F82-F4C9-59F2-6DCC41AB0A18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DCEAF">
                    <a:lumMod val="60000"/>
                    <a:lumOff val="40000"/>
                  </a:srgbClr>
                </a:solidFill>
                <a:ln>
                  <a:solidFill>
                    <a:srgbClr val="5DCEA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28" name="Google Shape;13597;p91">
                  <a:extLst>
                    <a:ext uri="{FF2B5EF4-FFF2-40B4-BE49-F238E27FC236}">
                      <a16:creationId xmlns:a16="http://schemas.microsoft.com/office/drawing/2014/main" id="{C02CD1A5-AF7F-8F95-50CF-61BA876A13CF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DCEAF">
                    <a:lumMod val="60000"/>
                    <a:lumOff val="40000"/>
                  </a:srgbClr>
                </a:solidFill>
                <a:ln>
                  <a:solidFill>
                    <a:srgbClr val="5DCEA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24" name="Google Shape;13598;p91">
                <a:extLst>
                  <a:ext uri="{FF2B5EF4-FFF2-40B4-BE49-F238E27FC236}">
                    <a16:creationId xmlns:a16="http://schemas.microsoft.com/office/drawing/2014/main" id="{EA4BB5CF-32FB-354D-FB69-DEE432B1C496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925" name="Google Shape;13599;p91">
                  <a:extLst>
                    <a:ext uri="{FF2B5EF4-FFF2-40B4-BE49-F238E27FC236}">
                      <a16:creationId xmlns:a16="http://schemas.microsoft.com/office/drawing/2014/main" id="{30137EB1-AA63-42B2-DC26-EFE1EB8B5916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DCEAF">
                    <a:lumMod val="40000"/>
                    <a:lumOff val="60000"/>
                  </a:srgbClr>
                </a:solidFill>
                <a:ln>
                  <a:solidFill>
                    <a:srgbClr val="5DCEA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26" name="Google Shape;13600;p91">
                  <a:extLst>
                    <a:ext uri="{FF2B5EF4-FFF2-40B4-BE49-F238E27FC236}">
                      <a16:creationId xmlns:a16="http://schemas.microsoft.com/office/drawing/2014/main" id="{320B61DF-2C01-0F90-B10B-07BEE406D5E9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DCEAF">
                    <a:lumMod val="40000"/>
                    <a:lumOff val="60000"/>
                  </a:srgbClr>
                </a:solidFill>
                <a:ln>
                  <a:solidFill>
                    <a:srgbClr val="5DCEA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933" name="Google Shape;13588;p91">
              <a:extLst>
                <a:ext uri="{FF2B5EF4-FFF2-40B4-BE49-F238E27FC236}">
                  <a16:creationId xmlns:a16="http://schemas.microsoft.com/office/drawing/2014/main" id="{2B51CA7A-C80F-D7D3-F820-8E3BD0D2A85F}"/>
                </a:ext>
              </a:extLst>
            </p:cNvPr>
            <p:cNvGrpSpPr/>
            <p:nvPr/>
          </p:nvGrpSpPr>
          <p:grpSpPr>
            <a:xfrm>
              <a:off x="7090114" y="4108743"/>
              <a:ext cx="539378" cy="461203"/>
              <a:chOff x="7636443" y="1204988"/>
              <a:chExt cx="804565" cy="677795"/>
            </a:xfrm>
          </p:grpSpPr>
          <p:grpSp>
            <p:nvGrpSpPr>
              <p:cNvPr id="2934" name="Google Shape;13589;p91">
                <a:extLst>
                  <a:ext uri="{FF2B5EF4-FFF2-40B4-BE49-F238E27FC236}">
                    <a16:creationId xmlns:a16="http://schemas.microsoft.com/office/drawing/2014/main" id="{CB1EDF6C-76AB-1BEF-7718-477DB6BFA450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944" name="Google Shape;13590;p91">
                  <a:extLst>
                    <a:ext uri="{FF2B5EF4-FFF2-40B4-BE49-F238E27FC236}">
                      <a16:creationId xmlns:a16="http://schemas.microsoft.com/office/drawing/2014/main" id="{77417056-A41D-821A-3B61-368D168AF49A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4E67C8">
                    <a:lumMod val="50000"/>
                  </a:srgbClr>
                </a:solidFill>
                <a:ln>
                  <a:solidFill>
                    <a:srgbClr val="4E67C8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45" name="Google Shape;13591;p91">
                  <a:extLst>
                    <a:ext uri="{FF2B5EF4-FFF2-40B4-BE49-F238E27FC236}">
                      <a16:creationId xmlns:a16="http://schemas.microsoft.com/office/drawing/2014/main" id="{79C644CC-27CF-689D-09B6-002A971A1FE3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E67C8">
                    <a:lumMod val="50000"/>
                  </a:srgbClr>
                </a:solidFill>
                <a:ln>
                  <a:solidFill>
                    <a:srgbClr val="4E67C8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35" name="Google Shape;13592;p91">
                <a:extLst>
                  <a:ext uri="{FF2B5EF4-FFF2-40B4-BE49-F238E27FC236}">
                    <a16:creationId xmlns:a16="http://schemas.microsoft.com/office/drawing/2014/main" id="{B49B1608-FE8A-D6EA-6F02-8012F700FE56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942" name="Google Shape;13593;p91">
                  <a:extLst>
                    <a:ext uri="{FF2B5EF4-FFF2-40B4-BE49-F238E27FC236}">
                      <a16:creationId xmlns:a16="http://schemas.microsoft.com/office/drawing/2014/main" id="{B5B68091-AA80-EB62-AB39-0E2EE4A3C383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4E67C8">
                    <a:lumMod val="75000"/>
                  </a:srgbClr>
                </a:solidFill>
                <a:ln>
                  <a:solidFill>
                    <a:srgbClr val="4E67C8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43" name="Google Shape;13594;p91">
                  <a:extLst>
                    <a:ext uri="{FF2B5EF4-FFF2-40B4-BE49-F238E27FC236}">
                      <a16:creationId xmlns:a16="http://schemas.microsoft.com/office/drawing/2014/main" id="{31C8A254-7248-2C8C-69E4-71EAD32F3528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E67C8">
                    <a:lumMod val="75000"/>
                  </a:srgbClr>
                </a:solidFill>
                <a:ln>
                  <a:solidFill>
                    <a:srgbClr val="4E67C8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36" name="Google Shape;13595;p91">
                <a:extLst>
                  <a:ext uri="{FF2B5EF4-FFF2-40B4-BE49-F238E27FC236}">
                    <a16:creationId xmlns:a16="http://schemas.microsoft.com/office/drawing/2014/main" id="{88DFE8CE-C1D6-39A9-2B45-D3D8472644FC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940" name="Google Shape;13596;p91">
                  <a:extLst>
                    <a:ext uri="{FF2B5EF4-FFF2-40B4-BE49-F238E27FC236}">
                      <a16:creationId xmlns:a16="http://schemas.microsoft.com/office/drawing/2014/main" id="{3ED9994F-0C67-D698-EA35-29B95CCB8738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4E67C8">
                    <a:lumMod val="60000"/>
                    <a:lumOff val="40000"/>
                  </a:srgbClr>
                </a:solidFill>
                <a:ln>
                  <a:solidFill>
                    <a:srgbClr val="4E67C8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41" name="Google Shape;13597;p91">
                  <a:extLst>
                    <a:ext uri="{FF2B5EF4-FFF2-40B4-BE49-F238E27FC236}">
                      <a16:creationId xmlns:a16="http://schemas.microsoft.com/office/drawing/2014/main" id="{B6DAAE79-74AF-EB5F-A03C-2C9DC47C8810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E67C8">
                    <a:lumMod val="60000"/>
                    <a:lumOff val="40000"/>
                  </a:srgbClr>
                </a:solidFill>
                <a:ln>
                  <a:solidFill>
                    <a:srgbClr val="4E67C8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37" name="Google Shape;13598;p91">
                <a:extLst>
                  <a:ext uri="{FF2B5EF4-FFF2-40B4-BE49-F238E27FC236}">
                    <a16:creationId xmlns:a16="http://schemas.microsoft.com/office/drawing/2014/main" id="{EF6F0959-916D-D258-CE5B-8992F7D9FDA9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938" name="Google Shape;13599;p91">
                  <a:extLst>
                    <a:ext uri="{FF2B5EF4-FFF2-40B4-BE49-F238E27FC236}">
                      <a16:creationId xmlns:a16="http://schemas.microsoft.com/office/drawing/2014/main" id="{3D02DCFF-18D1-01CD-6E56-8A9CDEFF254F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4E67C8">
                    <a:lumMod val="40000"/>
                    <a:lumOff val="60000"/>
                  </a:srgbClr>
                </a:solidFill>
                <a:ln>
                  <a:solidFill>
                    <a:srgbClr val="4E67C8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39" name="Google Shape;13600;p91">
                  <a:extLst>
                    <a:ext uri="{FF2B5EF4-FFF2-40B4-BE49-F238E27FC236}">
                      <a16:creationId xmlns:a16="http://schemas.microsoft.com/office/drawing/2014/main" id="{EF4243DD-43C6-90C8-BB9F-268C3B154407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E67C8">
                    <a:lumMod val="40000"/>
                    <a:lumOff val="60000"/>
                  </a:srgbClr>
                </a:solidFill>
                <a:ln>
                  <a:solidFill>
                    <a:srgbClr val="4E67C8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946" name="Google Shape;13588;p91">
              <a:extLst>
                <a:ext uri="{FF2B5EF4-FFF2-40B4-BE49-F238E27FC236}">
                  <a16:creationId xmlns:a16="http://schemas.microsoft.com/office/drawing/2014/main" id="{6CF358D9-E51E-2A9A-C998-92147C91D48F}"/>
                </a:ext>
              </a:extLst>
            </p:cNvPr>
            <p:cNvGrpSpPr/>
            <p:nvPr/>
          </p:nvGrpSpPr>
          <p:grpSpPr>
            <a:xfrm>
              <a:off x="5754769" y="4100033"/>
              <a:ext cx="539378" cy="461203"/>
              <a:chOff x="7636443" y="1204988"/>
              <a:chExt cx="804565" cy="677795"/>
            </a:xfrm>
          </p:grpSpPr>
          <p:grpSp>
            <p:nvGrpSpPr>
              <p:cNvPr id="2947" name="Google Shape;13589;p91">
                <a:extLst>
                  <a:ext uri="{FF2B5EF4-FFF2-40B4-BE49-F238E27FC236}">
                    <a16:creationId xmlns:a16="http://schemas.microsoft.com/office/drawing/2014/main" id="{ED931135-CF2F-BFCA-F3C5-23F826E922C4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957" name="Google Shape;13590;p91">
                  <a:extLst>
                    <a:ext uri="{FF2B5EF4-FFF2-40B4-BE49-F238E27FC236}">
                      <a16:creationId xmlns:a16="http://schemas.microsoft.com/office/drawing/2014/main" id="{895AE2DD-EA96-CB7B-5E42-A9A43C2EA1E4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58" name="Google Shape;13591;p91">
                  <a:extLst>
                    <a:ext uri="{FF2B5EF4-FFF2-40B4-BE49-F238E27FC236}">
                      <a16:creationId xmlns:a16="http://schemas.microsoft.com/office/drawing/2014/main" id="{BCBB655E-4D90-FC9F-C66D-55AF6560EA4D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48" name="Google Shape;13592;p91">
                <a:extLst>
                  <a:ext uri="{FF2B5EF4-FFF2-40B4-BE49-F238E27FC236}">
                    <a16:creationId xmlns:a16="http://schemas.microsoft.com/office/drawing/2014/main" id="{FA5276A4-9A04-7490-4347-BE836178BC43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955" name="Google Shape;13593;p91">
                  <a:extLst>
                    <a:ext uri="{FF2B5EF4-FFF2-40B4-BE49-F238E27FC236}">
                      <a16:creationId xmlns:a16="http://schemas.microsoft.com/office/drawing/2014/main" id="{19C00307-FC48-3BBE-AE6E-FDDA999A1629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4DCFA">
                    <a:lumMod val="25000"/>
                  </a:srgbClr>
                </a:solidFill>
                <a:ln>
                  <a:solidFill>
                    <a:srgbClr val="B4DCFA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56" name="Google Shape;13594;p91">
                  <a:extLst>
                    <a:ext uri="{FF2B5EF4-FFF2-40B4-BE49-F238E27FC236}">
                      <a16:creationId xmlns:a16="http://schemas.microsoft.com/office/drawing/2014/main" id="{99C342E8-8DD2-1593-FEC1-AF7B6B044C10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4DCFA">
                    <a:lumMod val="25000"/>
                  </a:srgbClr>
                </a:solidFill>
                <a:ln>
                  <a:solidFill>
                    <a:srgbClr val="B4DCFA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49" name="Google Shape;13595;p91">
                <a:extLst>
                  <a:ext uri="{FF2B5EF4-FFF2-40B4-BE49-F238E27FC236}">
                    <a16:creationId xmlns:a16="http://schemas.microsoft.com/office/drawing/2014/main" id="{765C7D31-0B3D-E566-D179-1720BFC559A1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953" name="Google Shape;13596;p91">
                  <a:extLst>
                    <a:ext uri="{FF2B5EF4-FFF2-40B4-BE49-F238E27FC236}">
                      <a16:creationId xmlns:a16="http://schemas.microsoft.com/office/drawing/2014/main" id="{C5F460F8-B615-07BD-85E2-B3969E093B8F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4DCFA">
                    <a:lumMod val="50000"/>
                  </a:srgbClr>
                </a:solidFill>
                <a:ln>
                  <a:solidFill>
                    <a:srgbClr val="B4DCFA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54" name="Google Shape;13597;p91">
                  <a:extLst>
                    <a:ext uri="{FF2B5EF4-FFF2-40B4-BE49-F238E27FC236}">
                      <a16:creationId xmlns:a16="http://schemas.microsoft.com/office/drawing/2014/main" id="{16280753-4348-3EF0-E17D-CDB47AC75D74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4DCFA">
                    <a:lumMod val="50000"/>
                  </a:srgbClr>
                </a:solidFill>
                <a:ln>
                  <a:solidFill>
                    <a:srgbClr val="B4DCFA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50" name="Google Shape;13598;p91">
                <a:extLst>
                  <a:ext uri="{FF2B5EF4-FFF2-40B4-BE49-F238E27FC236}">
                    <a16:creationId xmlns:a16="http://schemas.microsoft.com/office/drawing/2014/main" id="{C7AA9CF4-A0AB-67A7-B456-7991B1BDE606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951" name="Google Shape;13599;p91">
                  <a:extLst>
                    <a:ext uri="{FF2B5EF4-FFF2-40B4-BE49-F238E27FC236}">
                      <a16:creationId xmlns:a16="http://schemas.microsoft.com/office/drawing/2014/main" id="{583E2597-4821-5B54-4518-219301A36D67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4DCFA">
                    <a:lumMod val="75000"/>
                  </a:srgbClr>
                </a:solidFill>
                <a:ln>
                  <a:solidFill>
                    <a:srgbClr val="B4DCFA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52" name="Google Shape;13600;p91">
                  <a:extLst>
                    <a:ext uri="{FF2B5EF4-FFF2-40B4-BE49-F238E27FC236}">
                      <a16:creationId xmlns:a16="http://schemas.microsoft.com/office/drawing/2014/main" id="{7EDE7734-8586-207A-AED1-F0A918CF8093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4DCFA">
                    <a:lumMod val="75000"/>
                  </a:srgbClr>
                </a:solidFill>
                <a:ln>
                  <a:solidFill>
                    <a:srgbClr val="B4DCFA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959" name="Google Shape;13588;p91">
              <a:extLst>
                <a:ext uri="{FF2B5EF4-FFF2-40B4-BE49-F238E27FC236}">
                  <a16:creationId xmlns:a16="http://schemas.microsoft.com/office/drawing/2014/main" id="{F1CEB311-688D-B298-61EE-B6E12900C635}"/>
                </a:ext>
              </a:extLst>
            </p:cNvPr>
            <p:cNvGrpSpPr/>
            <p:nvPr/>
          </p:nvGrpSpPr>
          <p:grpSpPr>
            <a:xfrm>
              <a:off x="7100075" y="3587190"/>
              <a:ext cx="539378" cy="461203"/>
              <a:chOff x="7636443" y="1204988"/>
              <a:chExt cx="804565" cy="677795"/>
            </a:xfrm>
          </p:grpSpPr>
          <p:grpSp>
            <p:nvGrpSpPr>
              <p:cNvPr id="2960" name="Google Shape;13589;p91">
                <a:extLst>
                  <a:ext uri="{FF2B5EF4-FFF2-40B4-BE49-F238E27FC236}">
                    <a16:creationId xmlns:a16="http://schemas.microsoft.com/office/drawing/2014/main" id="{5A061377-5B32-13D1-3F48-AE4113E1079E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970" name="Google Shape;13590;p91">
                  <a:extLst>
                    <a:ext uri="{FF2B5EF4-FFF2-40B4-BE49-F238E27FC236}">
                      <a16:creationId xmlns:a16="http://schemas.microsoft.com/office/drawing/2014/main" id="{B835A313-A072-7DA9-59D4-131BBB8F284A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71" name="Google Shape;13591;p91">
                  <a:extLst>
                    <a:ext uri="{FF2B5EF4-FFF2-40B4-BE49-F238E27FC236}">
                      <a16:creationId xmlns:a16="http://schemas.microsoft.com/office/drawing/2014/main" id="{7451C142-591A-4F1F-2CEB-D0D6EAF62310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50000"/>
                  </a:srgbClr>
                </a:solidFill>
                <a:ln>
                  <a:solidFill>
                    <a:srgbClr val="F14124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61" name="Google Shape;13592;p91">
                <a:extLst>
                  <a:ext uri="{FF2B5EF4-FFF2-40B4-BE49-F238E27FC236}">
                    <a16:creationId xmlns:a16="http://schemas.microsoft.com/office/drawing/2014/main" id="{132F4564-0F16-C36F-91B9-743AACE0F1E6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968" name="Google Shape;13593;p91">
                  <a:extLst>
                    <a:ext uri="{FF2B5EF4-FFF2-40B4-BE49-F238E27FC236}">
                      <a16:creationId xmlns:a16="http://schemas.microsoft.com/office/drawing/2014/main" id="{660CB5AC-D123-2A37-F0AB-E285E7989B27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69" name="Google Shape;13594;p91">
                  <a:extLst>
                    <a:ext uri="{FF2B5EF4-FFF2-40B4-BE49-F238E27FC236}">
                      <a16:creationId xmlns:a16="http://schemas.microsoft.com/office/drawing/2014/main" id="{D0E77D64-B15F-9656-1205-56B0E7A7B78C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75000"/>
                  </a:srgbClr>
                </a:solidFill>
                <a:ln>
                  <a:solidFill>
                    <a:srgbClr val="F14124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62" name="Google Shape;13595;p91">
                <a:extLst>
                  <a:ext uri="{FF2B5EF4-FFF2-40B4-BE49-F238E27FC236}">
                    <a16:creationId xmlns:a16="http://schemas.microsoft.com/office/drawing/2014/main" id="{7396E2DF-3432-A9F7-810E-460D92838F75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966" name="Google Shape;13596;p91">
                  <a:extLst>
                    <a:ext uri="{FF2B5EF4-FFF2-40B4-BE49-F238E27FC236}">
                      <a16:creationId xmlns:a16="http://schemas.microsoft.com/office/drawing/2014/main" id="{B5A28557-8065-3184-C04D-BF6073E12692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67" name="Google Shape;13597;p91">
                  <a:extLst>
                    <a:ext uri="{FF2B5EF4-FFF2-40B4-BE49-F238E27FC236}">
                      <a16:creationId xmlns:a16="http://schemas.microsoft.com/office/drawing/2014/main" id="{A7DFB213-9049-09F5-5569-9E01D7677D87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60000"/>
                    <a:lumOff val="40000"/>
                  </a:srgbClr>
                </a:solidFill>
                <a:ln>
                  <a:solidFill>
                    <a:srgbClr val="F14124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63" name="Google Shape;13598;p91">
                <a:extLst>
                  <a:ext uri="{FF2B5EF4-FFF2-40B4-BE49-F238E27FC236}">
                    <a16:creationId xmlns:a16="http://schemas.microsoft.com/office/drawing/2014/main" id="{A0B5D4B9-F2E5-B113-2FDC-6B0CD1C76FE1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964" name="Google Shape;13599;p91">
                  <a:extLst>
                    <a:ext uri="{FF2B5EF4-FFF2-40B4-BE49-F238E27FC236}">
                      <a16:creationId xmlns:a16="http://schemas.microsoft.com/office/drawing/2014/main" id="{93E0F0E1-DE5D-B9A0-DB01-48E81ABFA70A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65" name="Google Shape;13600;p91">
                  <a:extLst>
                    <a:ext uri="{FF2B5EF4-FFF2-40B4-BE49-F238E27FC236}">
                      <a16:creationId xmlns:a16="http://schemas.microsoft.com/office/drawing/2014/main" id="{4F03C6C1-F14E-A06F-EB45-CDF0C0C9487C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F14124">
                    <a:lumMod val="40000"/>
                    <a:lumOff val="60000"/>
                  </a:srgbClr>
                </a:solidFill>
                <a:ln>
                  <a:solidFill>
                    <a:srgbClr val="F14124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972" name="Google Shape;13588;p91">
              <a:extLst>
                <a:ext uri="{FF2B5EF4-FFF2-40B4-BE49-F238E27FC236}">
                  <a16:creationId xmlns:a16="http://schemas.microsoft.com/office/drawing/2014/main" id="{DCB48F71-1CF0-D57B-DA1F-0BF2FA387229}"/>
                </a:ext>
              </a:extLst>
            </p:cNvPr>
            <p:cNvGrpSpPr/>
            <p:nvPr/>
          </p:nvGrpSpPr>
          <p:grpSpPr>
            <a:xfrm>
              <a:off x="5043531" y="2581835"/>
              <a:ext cx="539378" cy="461203"/>
              <a:chOff x="7636443" y="1204988"/>
              <a:chExt cx="804565" cy="677795"/>
            </a:xfrm>
          </p:grpSpPr>
          <p:grpSp>
            <p:nvGrpSpPr>
              <p:cNvPr id="2973" name="Google Shape;13589;p91">
                <a:extLst>
                  <a:ext uri="{FF2B5EF4-FFF2-40B4-BE49-F238E27FC236}">
                    <a16:creationId xmlns:a16="http://schemas.microsoft.com/office/drawing/2014/main" id="{EB69D412-C522-765F-6228-9C3AC7066771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983" name="Google Shape;13590;p91">
                  <a:extLst>
                    <a:ext uri="{FF2B5EF4-FFF2-40B4-BE49-F238E27FC236}">
                      <a16:creationId xmlns:a16="http://schemas.microsoft.com/office/drawing/2014/main" id="{B59E88DC-09E0-5120-979C-70D03B6108E4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57D3">
                    <a:lumMod val="50000"/>
                  </a:srgbClr>
                </a:solidFill>
                <a:ln>
                  <a:solidFill>
                    <a:srgbClr val="9B57D3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84" name="Google Shape;13591;p91">
                  <a:extLst>
                    <a:ext uri="{FF2B5EF4-FFF2-40B4-BE49-F238E27FC236}">
                      <a16:creationId xmlns:a16="http://schemas.microsoft.com/office/drawing/2014/main" id="{6CD4EFB8-13AA-1E03-A9C0-C7A311FCB73D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57D3">
                    <a:lumMod val="50000"/>
                  </a:srgbClr>
                </a:solidFill>
                <a:ln>
                  <a:solidFill>
                    <a:srgbClr val="9B57D3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74" name="Google Shape;13592;p91">
                <a:extLst>
                  <a:ext uri="{FF2B5EF4-FFF2-40B4-BE49-F238E27FC236}">
                    <a16:creationId xmlns:a16="http://schemas.microsoft.com/office/drawing/2014/main" id="{6D24E5D7-5BB6-C788-C368-4AAB5C2DF37F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981" name="Google Shape;13593;p91">
                  <a:extLst>
                    <a:ext uri="{FF2B5EF4-FFF2-40B4-BE49-F238E27FC236}">
                      <a16:creationId xmlns:a16="http://schemas.microsoft.com/office/drawing/2014/main" id="{3755DE85-573D-96C5-9460-69375EE770F4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57D3">
                    <a:lumMod val="75000"/>
                  </a:srgbClr>
                </a:solidFill>
                <a:ln>
                  <a:solidFill>
                    <a:srgbClr val="9B57D3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82" name="Google Shape;13594;p91">
                  <a:extLst>
                    <a:ext uri="{FF2B5EF4-FFF2-40B4-BE49-F238E27FC236}">
                      <a16:creationId xmlns:a16="http://schemas.microsoft.com/office/drawing/2014/main" id="{E33EC493-426F-8A3F-528B-F2389A3F45F9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57D3">
                    <a:lumMod val="75000"/>
                  </a:srgbClr>
                </a:solidFill>
                <a:ln>
                  <a:solidFill>
                    <a:srgbClr val="9B57D3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75" name="Google Shape;13595;p91">
                <a:extLst>
                  <a:ext uri="{FF2B5EF4-FFF2-40B4-BE49-F238E27FC236}">
                    <a16:creationId xmlns:a16="http://schemas.microsoft.com/office/drawing/2014/main" id="{2E62CB5A-135B-120C-3BFB-C57F68AE72D9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979" name="Google Shape;13596;p91">
                  <a:extLst>
                    <a:ext uri="{FF2B5EF4-FFF2-40B4-BE49-F238E27FC236}">
                      <a16:creationId xmlns:a16="http://schemas.microsoft.com/office/drawing/2014/main" id="{69D34E2D-5E48-E314-F448-2EEC2A6D8DAC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57D3">
                    <a:lumMod val="60000"/>
                    <a:lumOff val="40000"/>
                  </a:srgbClr>
                </a:solidFill>
                <a:ln>
                  <a:solidFill>
                    <a:srgbClr val="9B57D3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80" name="Google Shape;13597;p91">
                  <a:extLst>
                    <a:ext uri="{FF2B5EF4-FFF2-40B4-BE49-F238E27FC236}">
                      <a16:creationId xmlns:a16="http://schemas.microsoft.com/office/drawing/2014/main" id="{9C9C0803-8491-6587-84D8-C059C2FF74FF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57D3">
                    <a:lumMod val="60000"/>
                    <a:lumOff val="40000"/>
                  </a:srgbClr>
                </a:solidFill>
                <a:ln>
                  <a:solidFill>
                    <a:srgbClr val="9B57D3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76" name="Google Shape;13598;p91">
                <a:extLst>
                  <a:ext uri="{FF2B5EF4-FFF2-40B4-BE49-F238E27FC236}">
                    <a16:creationId xmlns:a16="http://schemas.microsoft.com/office/drawing/2014/main" id="{84CBB1EE-DD3B-80CB-7DC6-826752224DBF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977" name="Google Shape;13599;p91">
                  <a:extLst>
                    <a:ext uri="{FF2B5EF4-FFF2-40B4-BE49-F238E27FC236}">
                      <a16:creationId xmlns:a16="http://schemas.microsoft.com/office/drawing/2014/main" id="{F632E475-217A-F802-88ED-5B4A1012C617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57D3">
                    <a:lumMod val="40000"/>
                    <a:lumOff val="60000"/>
                  </a:srgbClr>
                </a:solidFill>
                <a:ln>
                  <a:solidFill>
                    <a:srgbClr val="9B57D3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78" name="Google Shape;13600;p91">
                  <a:extLst>
                    <a:ext uri="{FF2B5EF4-FFF2-40B4-BE49-F238E27FC236}">
                      <a16:creationId xmlns:a16="http://schemas.microsoft.com/office/drawing/2014/main" id="{C5DB020E-F9CF-AF17-7E9B-77E967C6FFFD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57D3">
                    <a:lumMod val="40000"/>
                    <a:lumOff val="60000"/>
                  </a:srgbClr>
                </a:solidFill>
                <a:ln>
                  <a:solidFill>
                    <a:srgbClr val="9B57D3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985" name="Google Shape;13588;p91">
              <a:extLst>
                <a:ext uri="{FF2B5EF4-FFF2-40B4-BE49-F238E27FC236}">
                  <a16:creationId xmlns:a16="http://schemas.microsoft.com/office/drawing/2014/main" id="{BEE1FBFE-F54E-752F-37BA-33C9B2CA4FBF}"/>
                </a:ext>
              </a:extLst>
            </p:cNvPr>
            <p:cNvGrpSpPr/>
            <p:nvPr/>
          </p:nvGrpSpPr>
          <p:grpSpPr>
            <a:xfrm>
              <a:off x="6430664" y="3079426"/>
              <a:ext cx="539378" cy="461203"/>
              <a:chOff x="7636443" y="1204988"/>
              <a:chExt cx="804565" cy="677795"/>
            </a:xfrm>
          </p:grpSpPr>
          <p:grpSp>
            <p:nvGrpSpPr>
              <p:cNvPr id="2986" name="Google Shape;13589;p91">
                <a:extLst>
                  <a:ext uri="{FF2B5EF4-FFF2-40B4-BE49-F238E27FC236}">
                    <a16:creationId xmlns:a16="http://schemas.microsoft.com/office/drawing/2014/main" id="{166C90EE-0095-1BC1-E1AA-EBEF83B0D36A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2996" name="Google Shape;13590;p91">
                  <a:extLst>
                    <a:ext uri="{FF2B5EF4-FFF2-40B4-BE49-F238E27FC236}">
                      <a16:creationId xmlns:a16="http://schemas.microsoft.com/office/drawing/2014/main" id="{D7A84E77-6E8A-4ECA-88D5-E832669C829B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50000"/>
                  </a:srgbClr>
                </a:solidFill>
                <a:ln>
                  <a:solidFill>
                    <a:srgbClr val="5982D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97" name="Google Shape;13591;p91">
                  <a:extLst>
                    <a:ext uri="{FF2B5EF4-FFF2-40B4-BE49-F238E27FC236}">
                      <a16:creationId xmlns:a16="http://schemas.microsoft.com/office/drawing/2014/main" id="{F37DF8E2-651F-3859-EA7D-5D00B3EC4589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50000"/>
                  </a:srgbClr>
                </a:solidFill>
                <a:ln>
                  <a:solidFill>
                    <a:srgbClr val="5982D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87" name="Google Shape;13592;p91">
                <a:extLst>
                  <a:ext uri="{FF2B5EF4-FFF2-40B4-BE49-F238E27FC236}">
                    <a16:creationId xmlns:a16="http://schemas.microsoft.com/office/drawing/2014/main" id="{9D257134-E383-13E6-DE90-04231C7BC0A4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2994" name="Google Shape;13593;p91">
                  <a:extLst>
                    <a:ext uri="{FF2B5EF4-FFF2-40B4-BE49-F238E27FC236}">
                      <a16:creationId xmlns:a16="http://schemas.microsoft.com/office/drawing/2014/main" id="{CAF3389B-DE54-A46D-9AB5-021F05FD0C84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75000"/>
                  </a:srgbClr>
                </a:solidFill>
                <a:ln>
                  <a:solidFill>
                    <a:srgbClr val="5982D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95" name="Google Shape;13594;p91">
                  <a:extLst>
                    <a:ext uri="{FF2B5EF4-FFF2-40B4-BE49-F238E27FC236}">
                      <a16:creationId xmlns:a16="http://schemas.microsoft.com/office/drawing/2014/main" id="{5A0A8A6F-3BEA-235B-9164-7C349351DDF2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75000"/>
                  </a:srgbClr>
                </a:solidFill>
                <a:ln>
                  <a:solidFill>
                    <a:srgbClr val="5982D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88" name="Google Shape;13595;p91">
                <a:extLst>
                  <a:ext uri="{FF2B5EF4-FFF2-40B4-BE49-F238E27FC236}">
                    <a16:creationId xmlns:a16="http://schemas.microsoft.com/office/drawing/2014/main" id="{69CA5FCC-5E4D-7E24-AD60-B9EF23864321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2992" name="Google Shape;13596;p91">
                  <a:extLst>
                    <a:ext uri="{FF2B5EF4-FFF2-40B4-BE49-F238E27FC236}">
                      <a16:creationId xmlns:a16="http://schemas.microsoft.com/office/drawing/2014/main" id="{8EF2DED9-A568-096D-B1B8-4279BBF160FC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60000"/>
                    <a:lumOff val="40000"/>
                  </a:srgbClr>
                </a:solidFill>
                <a:ln>
                  <a:solidFill>
                    <a:srgbClr val="5982DB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93" name="Google Shape;13597;p91">
                  <a:extLst>
                    <a:ext uri="{FF2B5EF4-FFF2-40B4-BE49-F238E27FC236}">
                      <a16:creationId xmlns:a16="http://schemas.microsoft.com/office/drawing/2014/main" id="{E45B6A49-FA85-11DC-825F-D4A0114D9669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60000"/>
                    <a:lumOff val="40000"/>
                  </a:srgbClr>
                </a:solidFill>
                <a:ln>
                  <a:solidFill>
                    <a:srgbClr val="5982DB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89" name="Google Shape;13598;p91">
                <a:extLst>
                  <a:ext uri="{FF2B5EF4-FFF2-40B4-BE49-F238E27FC236}">
                    <a16:creationId xmlns:a16="http://schemas.microsoft.com/office/drawing/2014/main" id="{24F6A48D-EDD3-279A-043F-38A7648E2DE6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2990" name="Google Shape;13599;p91">
                  <a:extLst>
                    <a:ext uri="{FF2B5EF4-FFF2-40B4-BE49-F238E27FC236}">
                      <a16:creationId xmlns:a16="http://schemas.microsoft.com/office/drawing/2014/main" id="{C0F46845-B4B9-B1E8-1D9C-06CD30039D90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40000"/>
                    <a:lumOff val="60000"/>
                  </a:srgbClr>
                </a:solidFill>
                <a:ln>
                  <a:solidFill>
                    <a:srgbClr val="5982DB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91" name="Google Shape;13600;p91">
                  <a:extLst>
                    <a:ext uri="{FF2B5EF4-FFF2-40B4-BE49-F238E27FC236}">
                      <a16:creationId xmlns:a16="http://schemas.microsoft.com/office/drawing/2014/main" id="{4AA6F220-B311-F363-6369-17779D80044A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40000"/>
                    <a:lumOff val="60000"/>
                  </a:srgbClr>
                </a:solidFill>
                <a:ln>
                  <a:solidFill>
                    <a:srgbClr val="5982DB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2998" name="Google Shape;13588;p91">
              <a:extLst>
                <a:ext uri="{FF2B5EF4-FFF2-40B4-BE49-F238E27FC236}">
                  <a16:creationId xmlns:a16="http://schemas.microsoft.com/office/drawing/2014/main" id="{A0EDFA99-46DE-6884-423D-77665A8C18D2}"/>
                </a:ext>
              </a:extLst>
            </p:cNvPr>
            <p:cNvGrpSpPr/>
            <p:nvPr/>
          </p:nvGrpSpPr>
          <p:grpSpPr>
            <a:xfrm>
              <a:off x="5742821" y="3071061"/>
              <a:ext cx="539378" cy="461203"/>
              <a:chOff x="7636443" y="1204988"/>
              <a:chExt cx="804565" cy="677795"/>
            </a:xfrm>
          </p:grpSpPr>
          <p:grpSp>
            <p:nvGrpSpPr>
              <p:cNvPr id="2999" name="Google Shape;13589;p91">
                <a:extLst>
                  <a:ext uri="{FF2B5EF4-FFF2-40B4-BE49-F238E27FC236}">
                    <a16:creationId xmlns:a16="http://schemas.microsoft.com/office/drawing/2014/main" id="{6D3C21E7-664B-9AFD-FE32-6DD0E80F1CA4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3009" name="Google Shape;13590;p91">
                  <a:extLst>
                    <a:ext uri="{FF2B5EF4-FFF2-40B4-BE49-F238E27FC236}">
                      <a16:creationId xmlns:a16="http://schemas.microsoft.com/office/drawing/2014/main" id="{58EB745E-5DDD-F983-9203-4FFAFCAD2E67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278F">
                    <a:lumMod val="50000"/>
                  </a:srgbClr>
                </a:solidFill>
                <a:ln>
                  <a:solidFill>
                    <a:srgbClr val="92278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10" name="Google Shape;13591;p91">
                  <a:extLst>
                    <a:ext uri="{FF2B5EF4-FFF2-40B4-BE49-F238E27FC236}">
                      <a16:creationId xmlns:a16="http://schemas.microsoft.com/office/drawing/2014/main" id="{A8018740-89BC-EC8D-D878-4639A7072271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278F">
                    <a:lumMod val="50000"/>
                  </a:srgbClr>
                </a:solidFill>
                <a:ln>
                  <a:solidFill>
                    <a:srgbClr val="92278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00" name="Google Shape;13592;p91">
                <a:extLst>
                  <a:ext uri="{FF2B5EF4-FFF2-40B4-BE49-F238E27FC236}">
                    <a16:creationId xmlns:a16="http://schemas.microsoft.com/office/drawing/2014/main" id="{9FF6D1D0-58D1-ED24-7C79-D98E924A46B4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3007" name="Google Shape;13593;p91">
                  <a:extLst>
                    <a:ext uri="{FF2B5EF4-FFF2-40B4-BE49-F238E27FC236}">
                      <a16:creationId xmlns:a16="http://schemas.microsoft.com/office/drawing/2014/main" id="{38664AA2-D0F8-079F-7416-ED63A2CC806C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278F">
                    <a:lumMod val="75000"/>
                  </a:srgbClr>
                </a:solidFill>
                <a:ln>
                  <a:solidFill>
                    <a:srgbClr val="92278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08" name="Google Shape;13594;p91">
                  <a:extLst>
                    <a:ext uri="{FF2B5EF4-FFF2-40B4-BE49-F238E27FC236}">
                      <a16:creationId xmlns:a16="http://schemas.microsoft.com/office/drawing/2014/main" id="{BEE7BB52-8FFA-EB75-66BE-11513F91D675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278F">
                    <a:lumMod val="75000"/>
                  </a:srgbClr>
                </a:solidFill>
                <a:ln>
                  <a:solidFill>
                    <a:srgbClr val="92278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01" name="Google Shape;13595;p91">
                <a:extLst>
                  <a:ext uri="{FF2B5EF4-FFF2-40B4-BE49-F238E27FC236}">
                    <a16:creationId xmlns:a16="http://schemas.microsoft.com/office/drawing/2014/main" id="{4DF0F326-0FB3-D5E1-613C-17D768DA95F4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3005" name="Google Shape;13596;p91">
                  <a:extLst>
                    <a:ext uri="{FF2B5EF4-FFF2-40B4-BE49-F238E27FC236}">
                      <a16:creationId xmlns:a16="http://schemas.microsoft.com/office/drawing/2014/main" id="{6D83A4B3-EE38-E0D3-18C1-9D0DD67BC637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278F">
                    <a:lumMod val="60000"/>
                    <a:lumOff val="40000"/>
                  </a:srgbClr>
                </a:solidFill>
                <a:ln>
                  <a:solidFill>
                    <a:srgbClr val="92278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06" name="Google Shape;13597;p91">
                  <a:extLst>
                    <a:ext uri="{FF2B5EF4-FFF2-40B4-BE49-F238E27FC236}">
                      <a16:creationId xmlns:a16="http://schemas.microsoft.com/office/drawing/2014/main" id="{416967F0-EC0B-B011-D234-31A176EB1C7B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278F">
                    <a:lumMod val="60000"/>
                    <a:lumOff val="40000"/>
                  </a:srgbClr>
                </a:solidFill>
                <a:ln>
                  <a:solidFill>
                    <a:srgbClr val="92278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02" name="Google Shape;13598;p91">
                <a:extLst>
                  <a:ext uri="{FF2B5EF4-FFF2-40B4-BE49-F238E27FC236}">
                    <a16:creationId xmlns:a16="http://schemas.microsoft.com/office/drawing/2014/main" id="{C02A6932-08E8-29D9-B526-5B2A09028D39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3003" name="Google Shape;13599;p91">
                  <a:extLst>
                    <a:ext uri="{FF2B5EF4-FFF2-40B4-BE49-F238E27FC236}">
                      <a16:creationId xmlns:a16="http://schemas.microsoft.com/office/drawing/2014/main" id="{6C3EDE02-E2C5-EA70-9CA9-A5775DBB4A19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2278F">
                    <a:lumMod val="40000"/>
                    <a:lumOff val="60000"/>
                  </a:srgbClr>
                </a:solidFill>
                <a:ln>
                  <a:solidFill>
                    <a:srgbClr val="92278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04" name="Google Shape;13600;p91">
                  <a:extLst>
                    <a:ext uri="{FF2B5EF4-FFF2-40B4-BE49-F238E27FC236}">
                      <a16:creationId xmlns:a16="http://schemas.microsoft.com/office/drawing/2014/main" id="{6D89DB81-0728-73DB-7F5B-917EAC826D7C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2278F">
                    <a:lumMod val="40000"/>
                    <a:lumOff val="60000"/>
                  </a:srgbClr>
                </a:solidFill>
                <a:ln>
                  <a:solidFill>
                    <a:srgbClr val="92278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3011" name="Google Shape;13588;p91">
              <a:extLst>
                <a:ext uri="{FF2B5EF4-FFF2-40B4-BE49-F238E27FC236}">
                  <a16:creationId xmlns:a16="http://schemas.microsoft.com/office/drawing/2014/main" id="{ABDD77DA-6E3E-2C0F-593F-92830C24254B}"/>
                </a:ext>
              </a:extLst>
            </p:cNvPr>
            <p:cNvGrpSpPr/>
            <p:nvPr/>
          </p:nvGrpSpPr>
          <p:grpSpPr>
            <a:xfrm>
              <a:off x="6433122" y="2567051"/>
              <a:ext cx="539378" cy="461203"/>
              <a:chOff x="7636443" y="1204988"/>
              <a:chExt cx="804565" cy="677795"/>
            </a:xfrm>
          </p:grpSpPr>
          <p:grpSp>
            <p:nvGrpSpPr>
              <p:cNvPr id="3012" name="Google Shape;13589;p91">
                <a:extLst>
                  <a:ext uri="{FF2B5EF4-FFF2-40B4-BE49-F238E27FC236}">
                    <a16:creationId xmlns:a16="http://schemas.microsoft.com/office/drawing/2014/main" id="{A8CD37BE-08D6-16CE-D960-7EA579145ECB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3022" name="Google Shape;13590;p91">
                  <a:extLst>
                    <a:ext uri="{FF2B5EF4-FFF2-40B4-BE49-F238E27FC236}">
                      <a16:creationId xmlns:a16="http://schemas.microsoft.com/office/drawing/2014/main" id="{EE2CA254-E929-F37E-1979-09B996623CB1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23" name="Google Shape;13591;p91">
                  <a:extLst>
                    <a:ext uri="{FF2B5EF4-FFF2-40B4-BE49-F238E27FC236}">
                      <a16:creationId xmlns:a16="http://schemas.microsoft.com/office/drawing/2014/main" id="{A5BF922B-5B89-83A2-9614-3B6EA5D40B5C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13" name="Google Shape;13592;p91">
                <a:extLst>
                  <a:ext uri="{FF2B5EF4-FFF2-40B4-BE49-F238E27FC236}">
                    <a16:creationId xmlns:a16="http://schemas.microsoft.com/office/drawing/2014/main" id="{B7910D02-86FE-8EBE-123E-9450F49F90A7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3020" name="Google Shape;13593;p91">
                  <a:extLst>
                    <a:ext uri="{FF2B5EF4-FFF2-40B4-BE49-F238E27FC236}">
                      <a16:creationId xmlns:a16="http://schemas.microsoft.com/office/drawing/2014/main" id="{9FA1C83B-6822-8809-B557-0BE069922755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AE5EB">
                    <a:lumMod val="25000"/>
                  </a:srgbClr>
                </a:solidFill>
                <a:ln>
                  <a:solidFill>
                    <a:srgbClr val="EAE5EB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21" name="Google Shape;13594;p91">
                  <a:extLst>
                    <a:ext uri="{FF2B5EF4-FFF2-40B4-BE49-F238E27FC236}">
                      <a16:creationId xmlns:a16="http://schemas.microsoft.com/office/drawing/2014/main" id="{8FB0F394-C989-94DB-000B-3CDB9AE8EDE8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AE5EB">
                    <a:lumMod val="25000"/>
                  </a:srgbClr>
                </a:solidFill>
                <a:ln>
                  <a:solidFill>
                    <a:srgbClr val="EAE5EB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14" name="Google Shape;13595;p91">
                <a:extLst>
                  <a:ext uri="{FF2B5EF4-FFF2-40B4-BE49-F238E27FC236}">
                    <a16:creationId xmlns:a16="http://schemas.microsoft.com/office/drawing/2014/main" id="{F6DE0564-B62D-9687-8779-809B73BD9463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3018" name="Google Shape;13596;p91">
                  <a:extLst>
                    <a:ext uri="{FF2B5EF4-FFF2-40B4-BE49-F238E27FC236}">
                      <a16:creationId xmlns:a16="http://schemas.microsoft.com/office/drawing/2014/main" id="{AC10218D-F41C-892A-A1DA-DA28BF709E51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AE5EB">
                    <a:lumMod val="50000"/>
                  </a:srgbClr>
                </a:solidFill>
                <a:ln>
                  <a:solidFill>
                    <a:srgbClr val="EAE5E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19" name="Google Shape;13597;p91">
                  <a:extLst>
                    <a:ext uri="{FF2B5EF4-FFF2-40B4-BE49-F238E27FC236}">
                      <a16:creationId xmlns:a16="http://schemas.microsoft.com/office/drawing/2014/main" id="{9039B5E9-CA5C-4508-9E9B-8E02006782F4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AE5EB">
                    <a:lumMod val="50000"/>
                  </a:srgbClr>
                </a:solidFill>
                <a:ln>
                  <a:solidFill>
                    <a:srgbClr val="EAE5E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15" name="Google Shape;13598;p91">
                <a:extLst>
                  <a:ext uri="{FF2B5EF4-FFF2-40B4-BE49-F238E27FC236}">
                    <a16:creationId xmlns:a16="http://schemas.microsoft.com/office/drawing/2014/main" id="{693DACFA-4224-C47B-AF1C-068FAA5BA478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3016" name="Google Shape;13599;p91">
                  <a:extLst>
                    <a:ext uri="{FF2B5EF4-FFF2-40B4-BE49-F238E27FC236}">
                      <a16:creationId xmlns:a16="http://schemas.microsoft.com/office/drawing/2014/main" id="{BD078047-8935-10BF-AD70-0EFD2E4208F6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AE5EB">
                    <a:lumMod val="75000"/>
                  </a:srgbClr>
                </a:solidFill>
                <a:ln>
                  <a:solidFill>
                    <a:srgbClr val="EAE5E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17" name="Google Shape;13600;p91">
                  <a:extLst>
                    <a:ext uri="{FF2B5EF4-FFF2-40B4-BE49-F238E27FC236}">
                      <a16:creationId xmlns:a16="http://schemas.microsoft.com/office/drawing/2014/main" id="{EADF8B54-F1A4-8023-4E2D-BC2DE47099F9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AE5EB">
                    <a:lumMod val="75000"/>
                  </a:srgbClr>
                </a:solidFill>
                <a:ln>
                  <a:solidFill>
                    <a:srgbClr val="EAE5E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3024" name="Google Shape;13588;p91">
              <a:extLst>
                <a:ext uri="{FF2B5EF4-FFF2-40B4-BE49-F238E27FC236}">
                  <a16:creationId xmlns:a16="http://schemas.microsoft.com/office/drawing/2014/main" id="{82ECA047-E470-5E6E-A547-F110B148B0A5}"/>
                </a:ext>
              </a:extLst>
            </p:cNvPr>
            <p:cNvGrpSpPr/>
            <p:nvPr/>
          </p:nvGrpSpPr>
          <p:grpSpPr>
            <a:xfrm>
              <a:off x="5733358" y="2072316"/>
              <a:ext cx="539378" cy="461203"/>
              <a:chOff x="7636443" y="1204988"/>
              <a:chExt cx="804565" cy="677795"/>
            </a:xfrm>
          </p:grpSpPr>
          <p:grpSp>
            <p:nvGrpSpPr>
              <p:cNvPr id="3025" name="Google Shape;13589;p91">
                <a:extLst>
                  <a:ext uri="{FF2B5EF4-FFF2-40B4-BE49-F238E27FC236}">
                    <a16:creationId xmlns:a16="http://schemas.microsoft.com/office/drawing/2014/main" id="{C91C6086-D438-7E54-A41C-77ECE787DABC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3035" name="Google Shape;13590;p91">
                  <a:extLst>
                    <a:ext uri="{FF2B5EF4-FFF2-40B4-BE49-F238E27FC236}">
                      <a16:creationId xmlns:a16="http://schemas.microsoft.com/office/drawing/2014/main" id="{47EF0C22-9ABD-0CE1-74EB-9BC9C20E0CA0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50000"/>
                  </a:srgbClr>
                </a:solidFill>
                <a:ln>
                  <a:solidFill>
                    <a:srgbClr val="5982D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36" name="Google Shape;13591;p91">
                  <a:extLst>
                    <a:ext uri="{FF2B5EF4-FFF2-40B4-BE49-F238E27FC236}">
                      <a16:creationId xmlns:a16="http://schemas.microsoft.com/office/drawing/2014/main" id="{CAF10E2E-DE49-0695-3753-6E7BC238C3DB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50000"/>
                  </a:srgbClr>
                </a:solidFill>
                <a:ln>
                  <a:solidFill>
                    <a:srgbClr val="5982DB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26" name="Google Shape;13592;p91">
                <a:extLst>
                  <a:ext uri="{FF2B5EF4-FFF2-40B4-BE49-F238E27FC236}">
                    <a16:creationId xmlns:a16="http://schemas.microsoft.com/office/drawing/2014/main" id="{78A24034-A303-C098-33AF-3062858FD717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3033" name="Google Shape;13593;p91">
                  <a:extLst>
                    <a:ext uri="{FF2B5EF4-FFF2-40B4-BE49-F238E27FC236}">
                      <a16:creationId xmlns:a16="http://schemas.microsoft.com/office/drawing/2014/main" id="{3E8C8893-3CE5-DF6C-F988-603010EDB2A4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75000"/>
                  </a:srgbClr>
                </a:solidFill>
                <a:ln>
                  <a:solidFill>
                    <a:srgbClr val="5982D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34" name="Google Shape;13594;p91">
                  <a:extLst>
                    <a:ext uri="{FF2B5EF4-FFF2-40B4-BE49-F238E27FC236}">
                      <a16:creationId xmlns:a16="http://schemas.microsoft.com/office/drawing/2014/main" id="{B9F250D1-8D61-43B4-49FE-0F3FA0BFA662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75000"/>
                  </a:srgbClr>
                </a:solidFill>
                <a:ln>
                  <a:solidFill>
                    <a:srgbClr val="5982DB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27" name="Google Shape;13595;p91">
                <a:extLst>
                  <a:ext uri="{FF2B5EF4-FFF2-40B4-BE49-F238E27FC236}">
                    <a16:creationId xmlns:a16="http://schemas.microsoft.com/office/drawing/2014/main" id="{714C377B-2F3E-C2AC-824C-02845D465D6D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3031" name="Google Shape;13596;p91">
                  <a:extLst>
                    <a:ext uri="{FF2B5EF4-FFF2-40B4-BE49-F238E27FC236}">
                      <a16:creationId xmlns:a16="http://schemas.microsoft.com/office/drawing/2014/main" id="{9C8F9D24-BA6C-831B-9AE4-FB27A060B1B1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60000"/>
                    <a:lumOff val="40000"/>
                  </a:srgbClr>
                </a:solidFill>
                <a:ln>
                  <a:solidFill>
                    <a:srgbClr val="5982DB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32" name="Google Shape;13597;p91">
                  <a:extLst>
                    <a:ext uri="{FF2B5EF4-FFF2-40B4-BE49-F238E27FC236}">
                      <a16:creationId xmlns:a16="http://schemas.microsoft.com/office/drawing/2014/main" id="{BA7D79AF-6F13-0BBC-6DED-2B4D87C27FC2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60000"/>
                    <a:lumOff val="40000"/>
                  </a:srgbClr>
                </a:solidFill>
                <a:ln>
                  <a:solidFill>
                    <a:srgbClr val="5982DB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28" name="Google Shape;13598;p91">
                <a:extLst>
                  <a:ext uri="{FF2B5EF4-FFF2-40B4-BE49-F238E27FC236}">
                    <a16:creationId xmlns:a16="http://schemas.microsoft.com/office/drawing/2014/main" id="{D91FC7DF-782B-F5DE-ED1E-757727BE78FE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3029" name="Google Shape;13599;p91">
                  <a:extLst>
                    <a:ext uri="{FF2B5EF4-FFF2-40B4-BE49-F238E27FC236}">
                      <a16:creationId xmlns:a16="http://schemas.microsoft.com/office/drawing/2014/main" id="{43145DD4-465A-6A30-CF15-FEAC23453584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5982DB">
                    <a:lumMod val="40000"/>
                    <a:lumOff val="60000"/>
                  </a:srgbClr>
                </a:solidFill>
                <a:ln>
                  <a:solidFill>
                    <a:srgbClr val="5982DB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30" name="Google Shape;13600;p91">
                  <a:extLst>
                    <a:ext uri="{FF2B5EF4-FFF2-40B4-BE49-F238E27FC236}">
                      <a16:creationId xmlns:a16="http://schemas.microsoft.com/office/drawing/2014/main" id="{E83469BE-388B-0768-13BD-D75646F2357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5982DB">
                    <a:lumMod val="40000"/>
                    <a:lumOff val="60000"/>
                  </a:srgbClr>
                </a:solidFill>
                <a:ln>
                  <a:solidFill>
                    <a:srgbClr val="5982DB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3037" name="Google Shape;13588;p91">
              <a:extLst>
                <a:ext uri="{FF2B5EF4-FFF2-40B4-BE49-F238E27FC236}">
                  <a16:creationId xmlns:a16="http://schemas.microsoft.com/office/drawing/2014/main" id="{96EA08C7-FDAD-8EF5-184C-B446AA8D155E}"/>
                </a:ext>
              </a:extLst>
            </p:cNvPr>
            <p:cNvGrpSpPr/>
            <p:nvPr/>
          </p:nvGrpSpPr>
          <p:grpSpPr>
            <a:xfrm>
              <a:off x="5043531" y="2065865"/>
              <a:ext cx="539378" cy="461203"/>
              <a:chOff x="7636443" y="1204988"/>
              <a:chExt cx="804565" cy="677795"/>
            </a:xfrm>
          </p:grpSpPr>
          <p:grpSp>
            <p:nvGrpSpPr>
              <p:cNvPr id="3038" name="Google Shape;13589;p91">
                <a:extLst>
                  <a:ext uri="{FF2B5EF4-FFF2-40B4-BE49-F238E27FC236}">
                    <a16:creationId xmlns:a16="http://schemas.microsoft.com/office/drawing/2014/main" id="{07AA7B6E-DB95-292D-0F53-498DB2738A7B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3048" name="Google Shape;13590;p91">
                  <a:extLst>
                    <a:ext uri="{FF2B5EF4-FFF2-40B4-BE49-F238E27FC236}">
                      <a16:creationId xmlns:a16="http://schemas.microsoft.com/office/drawing/2014/main" id="{0F4DAD57-5BD8-E4C1-55AB-D5BEFC2ABF6F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2D1F">
                    <a:lumMod val="50000"/>
                  </a:srgbClr>
                </a:solidFill>
                <a:ln>
                  <a:solidFill>
                    <a:srgbClr val="9B2D1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49" name="Google Shape;13591;p91">
                  <a:extLst>
                    <a:ext uri="{FF2B5EF4-FFF2-40B4-BE49-F238E27FC236}">
                      <a16:creationId xmlns:a16="http://schemas.microsoft.com/office/drawing/2014/main" id="{93434641-5907-473F-3912-7F798B870FA4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2D1F">
                    <a:lumMod val="50000"/>
                  </a:srgbClr>
                </a:solidFill>
                <a:ln>
                  <a:solidFill>
                    <a:srgbClr val="9B2D1F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39" name="Google Shape;13592;p91">
                <a:extLst>
                  <a:ext uri="{FF2B5EF4-FFF2-40B4-BE49-F238E27FC236}">
                    <a16:creationId xmlns:a16="http://schemas.microsoft.com/office/drawing/2014/main" id="{405FFA16-7B70-7DD7-7689-85BF9DF98A1C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3046" name="Google Shape;13593;p91">
                  <a:extLst>
                    <a:ext uri="{FF2B5EF4-FFF2-40B4-BE49-F238E27FC236}">
                      <a16:creationId xmlns:a16="http://schemas.microsoft.com/office/drawing/2014/main" id="{6CE7BD7F-CA0F-B409-219A-344E8880F925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2D1F">
                    <a:lumMod val="75000"/>
                  </a:srgbClr>
                </a:solidFill>
                <a:ln>
                  <a:solidFill>
                    <a:srgbClr val="9B2D1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47" name="Google Shape;13594;p91">
                  <a:extLst>
                    <a:ext uri="{FF2B5EF4-FFF2-40B4-BE49-F238E27FC236}">
                      <a16:creationId xmlns:a16="http://schemas.microsoft.com/office/drawing/2014/main" id="{EC442E49-EB8C-A5FF-32BF-B8CABA2A3B5F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2D1F">
                    <a:lumMod val="75000"/>
                  </a:srgbClr>
                </a:solidFill>
                <a:ln>
                  <a:solidFill>
                    <a:srgbClr val="9B2D1F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40" name="Google Shape;13595;p91">
                <a:extLst>
                  <a:ext uri="{FF2B5EF4-FFF2-40B4-BE49-F238E27FC236}">
                    <a16:creationId xmlns:a16="http://schemas.microsoft.com/office/drawing/2014/main" id="{D0383C47-727D-4AB6-4AC1-A5D4DDA64F85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3044" name="Google Shape;13596;p91">
                  <a:extLst>
                    <a:ext uri="{FF2B5EF4-FFF2-40B4-BE49-F238E27FC236}">
                      <a16:creationId xmlns:a16="http://schemas.microsoft.com/office/drawing/2014/main" id="{EB444BE9-53E4-329C-3A13-CE684864F820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2D1F">
                    <a:lumMod val="60000"/>
                    <a:lumOff val="40000"/>
                  </a:srgbClr>
                </a:solidFill>
                <a:ln>
                  <a:solidFill>
                    <a:srgbClr val="9B2D1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45" name="Google Shape;13597;p91">
                  <a:extLst>
                    <a:ext uri="{FF2B5EF4-FFF2-40B4-BE49-F238E27FC236}">
                      <a16:creationId xmlns:a16="http://schemas.microsoft.com/office/drawing/2014/main" id="{78827B63-8628-433E-FCCE-807A493E3DB3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2D1F">
                    <a:lumMod val="60000"/>
                    <a:lumOff val="40000"/>
                  </a:srgbClr>
                </a:solidFill>
                <a:ln>
                  <a:solidFill>
                    <a:srgbClr val="9B2D1F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41" name="Google Shape;13598;p91">
                <a:extLst>
                  <a:ext uri="{FF2B5EF4-FFF2-40B4-BE49-F238E27FC236}">
                    <a16:creationId xmlns:a16="http://schemas.microsoft.com/office/drawing/2014/main" id="{C31D0291-4C81-C655-E33E-67DFB8500994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3042" name="Google Shape;13599;p91">
                  <a:extLst>
                    <a:ext uri="{FF2B5EF4-FFF2-40B4-BE49-F238E27FC236}">
                      <a16:creationId xmlns:a16="http://schemas.microsoft.com/office/drawing/2014/main" id="{9D217A02-9456-53AA-8F50-FB81F29CB08F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B2D1F">
                    <a:lumMod val="40000"/>
                    <a:lumOff val="60000"/>
                  </a:srgbClr>
                </a:solidFill>
                <a:ln>
                  <a:solidFill>
                    <a:srgbClr val="9B2D1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43" name="Google Shape;13600;p91">
                  <a:extLst>
                    <a:ext uri="{FF2B5EF4-FFF2-40B4-BE49-F238E27FC236}">
                      <a16:creationId xmlns:a16="http://schemas.microsoft.com/office/drawing/2014/main" id="{3C08FEF3-3146-39F7-D882-44E650D5DA47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B2D1F">
                    <a:lumMod val="40000"/>
                    <a:lumOff val="60000"/>
                  </a:srgbClr>
                </a:solidFill>
                <a:ln>
                  <a:solidFill>
                    <a:srgbClr val="9B2D1F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3050" name="Google Shape;13588;p91">
              <a:extLst>
                <a:ext uri="{FF2B5EF4-FFF2-40B4-BE49-F238E27FC236}">
                  <a16:creationId xmlns:a16="http://schemas.microsoft.com/office/drawing/2014/main" id="{F2186815-6727-FBBD-A655-F9937E821027}"/>
                </a:ext>
              </a:extLst>
            </p:cNvPr>
            <p:cNvGrpSpPr/>
            <p:nvPr/>
          </p:nvGrpSpPr>
          <p:grpSpPr>
            <a:xfrm>
              <a:off x="5050976" y="4104422"/>
              <a:ext cx="539378" cy="461203"/>
              <a:chOff x="7636443" y="1204988"/>
              <a:chExt cx="804565" cy="677795"/>
            </a:xfrm>
          </p:grpSpPr>
          <p:grpSp>
            <p:nvGrpSpPr>
              <p:cNvPr id="3051" name="Google Shape;13589;p91">
                <a:extLst>
                  <a:ext uri="{FF2B5EF4-FFF2-40B4-BE49-F238E27FC236}">
                    <a16:creationId xmlns:a16="http://schemas.microsoft.com/office/drawing/2014/main" id="{8B3A3834-7D7D-0BBF-16A4-BFF92C77F7DC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3061" name="Google Shape;13590;p91">
                  <a:extLst>
                    <a:ext uri="{FF2B5EF4-FFF2-40B4-BE49-F238E27FC236}">
                      <a16:creationId xmlns:a16="http://schemas.microsoft.com/office/drawing/2014/main" id="{F043BC9F-F71C-73E2-A639-28ACBD2AA6E1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56251">
                    <a:lumMod val="50000"/>
                  </a:srgbClr>
                </a:solidFill>
                <a:ln>
                  <a:solidFill>
                    <a:srgbClr val="956251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62" name="Google Shape;13591;p91">
                  <a:extLst>
                    <a:ext uri="{FF2B5EF4-FFF2-40B4-BE49-F238E27FC236}">
                      <a16:creationId xmlns:a16="http://schemas.microsoft.com/office/drawing/2014/main" id="{5C5E7BB3-ADEB-33F2-AD36-05768158ADE6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56251">
                    <a:lumMod val="50000"/>
                  </a:srgbClr>
                </a:solidFill>
                <a:ln>
                  <a:solidFill>
                    <a:srgbClr val="956251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52" name="Google Shape;13592;p91">
                <a:extLst>
                  <a:ext uri="{FF2B5EF4-FFF2-40B4-BE49-F238E27FC236}">
                    <a16:creationId xmlns:a16="http://schemas.microsoft.com/office/drawing/2014/main" id="{186EC8A1-62DD-4522-B0AA-E6758198FB15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3059" name="Google Shape;13593;p91">
                  <a:extLst>
                    <a:ext uri="{FF2B5EF4-FFF2-40B4-BE49-F238E27FC236}">
                      <a16:creationId xmlns:a16="http://schemas.microsoft.com/office/drawing/2014/main" id="{12A5F3A5-1C2A-EFAE-A4E9-3B896DE6976C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56251">
                    <a:lumMod val="75000"/>
                  </a:srgbClr>
                </a:solidFill>
                <a:ln>
                  <a:solidFill>
                    <a:srgbClr val="956251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60" name="Google Shape;13594;p91">
                  <a:extLst>
                    <a:ext uri="{FF2B5EF4-FFF2-40B4-BE49-F238E27FC236}">
                      <a16:creationId xmlns:a16="http://schemas.microsoft.com/office/drawing/2014/main" id="{0E485767-98C8-8264-E9D2-EF20416436B2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56251">
                    <a:lumMod val="75000"/>
                  </a:srgbClr>
                </a:solidFill>
                <a:ln>
                  <a:solidFill>
                    <a:srgbClr val="956251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53" name="Google Shape;13595;p91">
                <a:extLst>
                  <a:ext uri="{FF2B5EF4-FFF2-40B4-BE49-F238E27FC236}">
                    <a16:creationId xmlns:a16="http://schemas.microsoft.com/office/drawing/2014/main" id="{B1FD81E6-517D-2A76-9A68-99C2B35E5C6F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3057" name="Google Shape;13596;p91">
                  <a:extLst>
                    <a:ext uri="{FF2B5EF4-FFF2-40B4-BE49-F238E27FC236}">
                      <a16:creationId xmlns:a16="http://schemas.microsoft.com/office/drawing/2014/main" id="{0DE38238-5081-090E-3A42-53273B68C9AA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56251">
                    <a:lumMod val="60000"/>
                    <a:lumOff val="40000"/>
                  </a:srgbClr>
                </a:solidFill>
                <a:ln>
                  <a:solidFill>
                    <a:srgbClr val="956251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58" name="Google Shape;13597;p91">
                  <a:extLst>
                    <a:ext uri="{FF2B5EF4-FFF2-40B4-BE49-F238E27FC236}">
                      <a16:creationId xmlns:a16="http://schemas.microsoft.com/office/drawing/2014/main" id="{BFE22EDE-C34E-3228-7F21-AA9FA8DE1F03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56251">
                    <a:lumMod val="60000"/>
                    <a:lumOff val="40000"/>
                  </a:srgbClr>
                </a:solidFill>
                <a:ln>
                  <a:solidFill>
                    <a:srgbClr val="956251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54" name="Google Shape;13598;p91">
                <a:extLst>
                  <a:ext uri="{FF2B5EF4-FFF2-40B4-BE49-F238E27FC236}">
                    <a16:creationId xmlns:a16="http://schemas.microsoft.com/office/drawing/2014/main" id="{31F67CE8-85B1-4B67-8EC1-ADB7D4FF382D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3055" name="Google Shape;13599;p91">
                  <a:extLst>
                    <a:ext uri="{FF2B5EF4-FFF2-40B4-BE49-F238E27FC236}">
                      <a16:creationId xmlns:a16="http://schemas.microsoft.com/office/drawing/2014/main" id="{7EB63F49-792C-7F79-E6FF-3B75770FF7B5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956251">
                    <a:lumMod val="40000"/>
                    <a:lumOff val="60000"/>
                  </a:srgbClr>
                </a:solidFill>
                <a:ln>
                  <a:solidFill>
                    <a:srgbClr val="956251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56" name="Google Shape;13600;p91">
                  <a:extLst>
                    <a:ext uri="{FF2B5EF4-FFF2-40B4-BE49-F238E27FC236}">
                      <a16:creationId xmlns:a16="http://schemas.microsoft.com/office/drawing/2014/main" id="{C8657A18-0B94-9620-8486-2B45DCE36211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956251">
                    <a:lumMod val="40000"/>
                    <a:lumOff val="60000"/>
                  </a:srgbClr>
                </a:solidFill>
                <a:ln>
                  <a:solidFill>
                    <a:srgbClr val="956251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3063" name="Google Shape;13588;p91">
              <a:extLst>
                <a:ext uri="{FF2B5EF4-FFF2-40B4-BE49-F238E27FC236}">
                  <a16:creationId xmlns:a16="http://schemas.microsoft.com/office/drawing/2014/main" id="{76A9DB99-13BF-ABD2-B806-D9A607514D01}"/>
                </a:ext>
              </a:extLst>
            </p:cNvPr>
            <p:cNvGrpSpPr/>
            <p:nvPr/>
          </p:nvGrpSpPr>
          <p:grpSpPr>
            <a:xfrm>
              <a:off x="5739443" y="2571440"/>
              <a:ext cx="539378" cy="461203"/>
              <a:chOff x="7636443" y="1204988"/>
              <a:chExt cx="804565" cy="677795"/>
            </a:xfrm>
          </p:grpSpPr>
          <p:grpSp>
            <p:nvGrpSpPr>
              <p:cNvPr id="3064" name="Google Shape;13589;p91">
                <a:extLst>
                  <a:ext uri="{FF2B5EF4-FFF2-40B4-BE49-F238E27FC236}">
                    <a16:creationId xmlns:a16="http://schemas.microsoft.com/office/drawing/2014/main" id="{BAD88140-3E0B-E898-5DCF-552817976106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3074" name="Google Shape;13590;p91">
                  <a:extLst>
                    <a:ext uri="{FF2B5EF4-FFF2-40B4-BE49-F238E27FC236}">
                      <a16:creationId xmlns:a16="http://schemas.microsoft.com/office/drawing/2014/main" id="{16BFC3E8-7EAF-1592-1942-CA456EA19C66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75" name="Google Shape;13591;p91">
                  <a:extLst>
                    <a:ext uri="{FF2B5EF4-FFF2-40B4-BE49-F238E27FC236}">
                      <a16:creationId xmlns:a16="http://schemas.microsoft.com/office/drawing/2014/main" id="{51D1A282-8928-52C9-FC0E-130797256DBD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95000"/>
                    <a:lumOff val="5000"/>
                  </a:sysClr>
                </a:solidFill>
                <a:ln>
                  <a:solidFill>
                    <a:sysClr val="windowText" lastClr="000000">
                      <a:lumMod val="95000"/>
                      <a:lumOff val="5000"/>
                    </a:sys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65" name="Google Shape;13592;p91">
                <a:extLst>
                  <a:ext uri="{FF2B5EF4-FFF2-40B4-BE49-F238E27FC236}">
                    <a16:creationId xmlns:a16="http://schemas.microsoft.com/office/drawing/2014/main" id="{CA055288-4477-63DB-A378-FCEC23F8037E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3072" name="Google Shape;13593;p91">
                  <a:extLst>
                    <a:ext uri="{FF2B5EF4-FFF2-40B4-BE49-F238E27FC236}">
                      <a16:creationId xmlns:a16="http://schemas.microsoft.com/office/drawing/2014/main" id="{0A936D20-C606-A07D-44D2-653F33CB2BA9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9E5DC">
                    <a:lumMod val="25000"/>
                  </a:srgbClr>
                </a:solidFill>
                <a:ln>
                  <a:solidFill>
                    <a:srgbClr val="E9E5DC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73" name="Google Shape;13594;p91">
                  <a:extLst>
                    <a:ext uri="{FF2B5EF4-FFF2-40B4-BE49-F238E27FC236}">
                      <a16:creationId xmlns:a16="http://schemas.microsoft.com/office/drawing/2014/main" id="{672D1A5F-A6F8-852A-B754-09BF7347BEFD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9E5DC">
                    <a:lumMod val="25000"/>
                  </a:srgbClr>
                </a:solidFill>
                <a:ln>
                  <a:solidFill>
                    <a:srgbClr val="E9E5DC">
                      <a:lumMod val="2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66" name="Google Shape;13595;p91">
                <a:extLst>
                  <a:ext uri="{FF2B5EF4-FFF2-40B4-BE49-F238E27FC236}">
                    <a16:creationId xmlns:a16="http://schemas.microsoft.com/office/drawing/2014/main" id="{E4BF6C92-9665-45DA-380D-79BA6F8C85D1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3070" name="Google Shape;13596;p91">
                  <a:extLst>
                    <a:ext uri="{FF2B5EF4-FFF2-40B4-BE49-F238E27FC236}">
                      <a16:creationId xmlns:a16="http://schemas.microsoft.com/office/drawing/2014/main" id="{54B03117-93B3-1E23-BCBF-7F0BE94D577B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9E5DC">
                    <a:lumMod val="50000"/>
                  </a:srgbClr>
                </a:solidFill>
                <a:ln>
                  <a:solidFill>
                    <a:srgbClr val="E9E5DC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71" name="Google Shape;13597;p91">
                  <a:extLst>
                    <a:ext uri="{FF2B5EF4-FFF2-40B4-BE49-F238E27FC236}">
                      <a16:creationId xmlns:a16="http://schemas.microsoft.com/office/drawing/2014/main" id="{B10A563C-5A33-6933-65BF-63BE6BB2C6F4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9E5DC">
                    <a:lumMod val="50000"/>
                  </a:srgbClr>
                </a:solidFill>
                <a:ln>
                  <a:solidFill>
                    <a:srgbClr val="E9E5DC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67" name="Google Shape;13598;p91">
                <a:extLst>
                  <a:ext uri="{FF2B5EF4-FFF2-40B4-BE49-F238E27FC236}">
                    <a16:creationId xmlns:a16="http://schemas.microsoft.com/office/drawing/2014/main" id="{938124A1-8347-667C-BDC5-42AA0F63EE07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3068" name="Google Shape;13599;p91">
                  <a:extLst>
                    <a:ext uri="{FF2B5EF4-FFF2-40B4-BE49-F238E27FC236}">
                      <a16:creationId xmlns:a16="http://schemas.microsoft.com/office/drawing/2014/main" id="{5F3C56A5-F0D6-1893-CBEC-563D51D47A55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9E5DC">
                    <a:lumMod val="75000"/>
                  </a:srgbClr>
                </a:solidFill>
                <a:ln>
                  <a:solidFill>
                    <a:srgbClr val="E9E5DC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69" name="Google Shape;13600;p91">
                  <a:extLst>
                    <a:ext uri="{FF2B5EF4-FFF2-40B4-BE49-F238E27FC236}">
                      <a16:creationId xmlns:a16="http://schemas.microsoft.com/office/drawing/2014/main" id="{1D9AAF59-4E4F-C511-E740-5D823EF80B68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9E5DC">
                    <a:lumMod val="75000"/>
                  </a:srgbClr>
                </a:solidFill>
                <a:ln>
                  <a:solidFill>
                    <a:srgbClr val="E9E5DC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3076" name="Google Shape;13588;p91">
              <a:extLst>
                <a:ext uri="{FF2B5EF4-FFF2-40B4-BE49-F238E27FC236}">
                  <a16:creationId xmlns:a16="http://schemas.microsoft.com/office/drawing/2014/main" id="{0BB0C7BE-5DFA-7620-6038-F58B47DDE6F8}"/>
                </a:ext>
              </a:extLst>
            </p:cNvPr>
            <p:cNvGrpSpPr/>
            <p:nvPr/>
          </p:nvGrpSpPr>
          <p:grpSpPr>
            <a:xfrm>
              <a:off x="7103527" y="3086691"/>
              <a:ext cx="539378" cy="461203"/>
              <a:chOff x="7636443" y="1204988"/>
              <a:chExt cx="804565" cy="677795"/>
            </a:xfrm>
          </p:grpSpPr>
          <p:grpSp>
            <p:nvGrpSpPr>
              <p:cNvPr id="3077" name="Google Shape;13589;p91">
                <a:extLst>
                  <a:ext uri="{FF2B5EF4-FFF2-40B4-BE49-F238E27FC236}">
                    <a16:creationId xmlns:a16="http://schemas.microsoft.com/office/drawing/2014/main" id="{F217FB02-2D0E-A461-128F-6D61CD941CF6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3087" name="Google Shape;13590;p91">
                  <a:extLst>
                    <a:ext uri="{FF2B5EF4-FFF2-40B4-BE49-F238E27FC236}">
                      <a16:creationId xmlns:a16="http://schemas.microsoft.com/office/drawing/2014/main" id="{975D50EC-B7D5-AD3B-B950-FBBD98E4B45D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55D5D">
                    <a:lumMod val="50000"/>
                  </a:srgbClr>
                </a:solidFill>
                <a:ln>
                  <a:solidFill>
                    <a:srgbClr val="855D5D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88" name="Google Shape;13591;p91">
                  <a:extLst>
                    <a:ext uri="{FF2B5EF4-FFF2-40B4-BE49-F238E27FC236}">
                      <a16:creationId xmlns:a16="http://schemas.microsoft.com/office/drawing/2014/main" id="{C21B4601-64BA-DCCD-2286-660359513E72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55D5D">
                    <a:lumMod val="50000"/>
                  </a:srgbClr>
                </a:solidFill>
                <a:ln>
                  <a:solidFill>
                    <a:srgbClr val="855D5D">
                      <a:lumMod val="5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78" name="Google Shape;13592;p91">
                <a:extLst>
                  <a:ext uri="{FF2B5EF4-FFF2-40B4-BE49-F238E27FC236}">
                    <a16:creationId xmlns:a16="http://schemas.microsoft.com/office/drawing/2014/main" id="{545D3C22-A7BD-0F4E-AC01-75C1FDCB60EA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3085" name="Google Shape;13593;p91">
                  <a:extLst>
                    <a:ext uri="{FF2B5EF4-FFF2-40B4-BE49-F238E27FC236}">
                      <a16:creationId xmlns:a16="http://schemas.microsoft.com/office/drawing/2014/main" id="{5CF18EE3-F0CF-8DFB-2182-4495BB794402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55D5D">
                    <a:lumMod val="75000"/>
                  </a:srgbClr>
                </a:solidFill>
                <a:ln>
                  <a:solidFill>
                    <a:srgbClr val="855D5D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86" name="Google Shape;13594;p91">
                  <a:extLst>
                    <a:ext uri="{FF2B5EF4-FFF2-40B4-BE49-F238E27FC236}">
                      <a16:creationId xmlns:a16="http://schemas.microsoft.com/office/drawing/2014/main" id="{CF840BD4-40E5-3A8A-679A-7959F939F4F7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55D5D">
                    <a:lumMod val="75000"/>
                  </a:srgbClr>
                </a:solidFill>
                <a:ln>
                  <a:solidFill>
                    <a:srgbClr val="855D5D">
                      <a:lumMod val="75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79" name="Google Shape;13595;p91">
                <a:extLst>
                  <a:ext uri="{FF2B5EF4-FFF2-40B4-BE49-F238E27FC236}">
                    <a16:creationId xmlns:a16="http://schemas.microsoft.com/office/drawing/2014/main" id="{AB6D4830-A517-8C11-757D-B9990971FAA2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3083" name="Google Shape;13596;p91">
                  <a:extLst>
                    <a:ext uri="{FF2B5EF4-FFF2-40B4-BE49-F238E27FC236}">
                      <a16:creationId xmlns:a16="http://schemas.microsoft.com/office/drawing/2014/main" id="{C0F60EDD-E002-043E-B36C-88E378279F5B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55D5D">
                    <a:lumMod val="60000"/>
                    <a:lumOff val="40000"/>
                  </a:srgbClr>
                </a:solidFill>
                <a:ln>
                  <a:solidFill>
                    <a:srgbClr val="855D5D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84" name="Google Shape;13597;p91">
                  <a:extLst>
                    <a:ext uri="{FF2B5EF4-FFF2-40B4-BE49-F238E27FC236}">
                      <a16:creationId xmlns:a16="http://schemas.microsoft.com/office/drawing/2014/main" id="{BAB856BA-FF6C-EAE7-037D-84A707527EB7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55D5D">
                    <a:lumMod val="60000"/>
                    <a:lumOff val="40000"/>
                  </a:srgbClr>
                </a:solidFill>
                <a:ln>
                  <a:solidFill>
                    <a:srgbClr val="855D5D">
                      <a:lumMod val="60000"/>
                      <a:lumOff val="4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80" name="Google Shape;13598;p91">
                <a:extLst>
                  <a:ext uri="{FF2B5EF4-FFF2-40B4-BE49-F238E27FC236}">
                    <a16:creationId xmlns:a16="http://schemas.microsoft.com/office/drawing/2014/main" id="{5D44F651-2EE4-68FA-1957-52DC71EC56F6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3081" name="Google Shape;13599;p91">
                  <a:extLst>
                    <a:ext uri="{FF2B5EF4-FFF2-40B4-BE49-F238E27FC236}">
                      <a16:creationId xmlns:a16="http://schemas.microsoft.com/office/drawing/2014/main" id="{BB9A70AA-967D-8357-2152-24240DF3F7B0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55D5D">
                    <a:lumMod val="40000"/>
                    <a:lumOff val="60000"/>
                  </a:srgbClr>
                </a:solidFill>
                <a:ln>
                  <a:solidFill>
                    <a:srgbClr val="855D5D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82" name="Google Shape;13600;p91">
                  <a:extLst>
                    <a:ext uri="{FF2B5EF4-FFF2-40B4-BE49-F238E27FC236}">
                      <a16:creationId xmlns:a16="http://schemas.microsoft.com/office/drawing/2014/main" id="{C88974DD-91F8-D4E4-CCB2-B54717F469E0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55D5D">
                    <a:lumMod val="40000"/>
                    <a:lumOff val="60000"/>
                  </a:srgbClr>
                </a:solidFill>
                <a:ln>
                  <a:solidFill>
                    <a:srgbClr val="855D5D">
                      <a:lumMod val="40000"/>
                      <a:lumOff val="60000"/>
                    </a:srgb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46784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0227B8-E40F-0BE4-5DBD-5C18D45A34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00" y="264033"/>
            <a:ext cx="2963799" cy="16904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B60B828-DE23-B4EE-7277-D9603FA3F155}"/>
              </a:ext>
            </a:extLst>
          </p:cNvPr>
          <p:cNvGrpSpPr/>
          <p:nvPr/>
        </p:nvGrpSpPr>
        <p:grpSpPr>
          <a:xfrm>
            <a:off x="11465346" y="0"/>
            <a:ext cx="252418" cy="6738109"/>
            <a:chOff x="4802418" y="-377951"/>
            <a:chExt cx="252418" cy="673810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FB2963-D002-2444-49E6-EDD785D6B5D1}"/>
                </a:ext>
              </a:extLst>
            </p:cNvPr>
            <p:cNvGrpSpPr/>
            <p:nvPr/>
          </p:nvGrpSpPr>
          <p:grpSpPr>
            <a:xfrm>
              <a:off x="4803757" y="-377951"/>
              <a:ext cx="251079" cy="6738109"/>
              <a:chOff x="4791565" y="402337"/>
              <a:chExt cx="251079" cy="6738109"/>
            </a:xfrm>
          </p:grpSpPr>
          <p:grpSp>
            <p:nvGrpSpPr>
              <p:cNvPr id="9" name="Google Shape;13543;p91">
                <a:extLst>
                  <a:ext uri="{FF2B5EF4-FFF2-40B4-BE49-F238E27FC236}">
                    <a16:creationId xmlns:a16="http://schemas.microsoft.com/office/drawing/2014/main" id="{6710C7F4-A2B6-15EA-E5C9-ED016001D0DE}"/>
                  </a:ext>
                </a:extLst>
              </p:cNvPr>
              <p:cNvGrpSpPr/>
              <p:nvPr/>
            </p:nvGrpSpPr>
            <p:grpSpPr>
              <a:xfrm>
                <a:off x="4791565" y="402337"/>
                <a:ext cx="249740" cy="6738109"/>
                <a:chOff x="7026852" y="3311869"/>
                <a:chExt cx="434331" cy="993707"/>
              </a:xfrm>
            </p:grpSpPr>
            <p:sp>
              <p:nvSpPr>
                <p:cNvPr id="14" name="Google Shape;13544;p91">
                  <a:extLst>
                    <a:ext uri="{FF2B5EF4-FFF2-40B4-BE49-F238E27FC236}">
                      <a16:creationId xmlns:a16="http://schemas.microsoft.com/office/drawing/2014/main" id="{A6266107-4DF2-63D8-B010-EF231D1B839F}"/>
                    </a:ext>
                  </a:extLst>
                </p:cNvPr>
                <p:cNvSpPr/>
                <p:nvPr/>
              </p:nvSpPr>
              <p:spPr>
                <a:xfrm>
                  <a:off x="7026852" y="3311869"/>
                  <a:ext cx="434331" cy="84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4" h="32649" extrusionOk="0">
                      <a:moveTo>
                        <a:pt x="8369" y="0"/>
                      </a:moveTo>
                      <a:cubicBezTo>
                        <a:pt x="3747" y="0"/>
                        <a:pt x="1" y="3747"/>
                        <a:pt x="1" y="8366"/>
                      </a:cubicBezTo>
                      <a:lnTo>
                        <a:pt x="1" y="32649"/>
                      </a:lnTo>
                      <a:lnTo>
                        <a:pt x="16734" y="32649"/>
                      </a:lnTo>
                      <a:lnTo>
                        <a:pt x="16734" y="8366"/>
                      </a:lnTo>
                      <a:cubicBezTo>
                        <a:pt x="16734" y="3744"/>
                        <a:pt x="12987" y="0"/>
                        <a:pt x="836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" name="Google Shape;13545;p91">
                  <a:extLst>
                    <a:ext uri="{FF2B5EF4-FFF2-40B4-BE49-F238E27FC236}">
                      <a16:creationId xmlns:a16="http://schemas.microsoft.com/office/drawing/2014/main" id="{26A875FF-D565-D5C1-3DC8-1BD511948B6A}"/>
                    </a:ext>
                  </a:extLst>
                </p:cNvPr>
                <p:cNvSpPr/>
                <p:nvPr/>
              </p:nvSpPr>
              <p:spPr>
                <a:xfrm>
                  <a:off x="7144430" y="3347088"/>
                  <a:ext cx="206252" cy="60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57" h="12457" extrusionOk="0">
                      <a:moveTo>
                        <a:pt x="6229" y="1"/>
                      </a:moveTo>
                      <a:cubicBezTo>
                        <a:pt x="2788" y="1"/>
                        <a:pt x="1" y="2788"/>
                        <a:pt x="1" y="6229"/>
                      </a:cubicBezTo>
                      <a:cubicBezTo>
                        <a:pt x="1" y="9670"/>
                        <a:pt x="2788" y="12457"/>
                        <a:pt x="6229" y="12457"/>
                      </a:cubicBezTo>
                      <a:cubicBezTo>
                        <a:pt x="9666" y="12457"/>
                        <a:pt x="12457" y="9670"/>
                        <a:pt x="12457" y="6229"/>
                      </a:cubicBezTo>
                      <a:cubicBezTo>
                        <a:pt x="12457" y="2788"/>
                        <a:pt x="9666" y="1"/>
                        <a:pt x="6229" y="1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3546;p91">
                  <a:extLst>
                    <a:ext uri="{FF2B5EF4-FFF2-40B4-BE49-F238E27FC236}">
                      <a16:creationId xmlns:a16="http://schemas.microsoft.com/office/drawing/2014/main" id="{3C937E26-239A-689F-B086-BB657EC005F3}"/>
                    </a:ext>
                  </a:extLst>
                </p:cNvPr>
                <p:cNvSpPr/>
                <p:nvPr/>
              </p:nvSpPr>
              <p:spPr>
                <a:xfrm>
                  <a:off x="7026852" y="4159239"/>
                  <a:ext cx="434331" cy="146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4" h="7497" extrusionOk="0">
                      <a:moveTo>
                        <a:pt x="1" y="1"/>
                      </a:moveTo>
                      <a:lnTo>
                        <a:pt x="8369" y="7496"/>
                      </a:lnTo>
                      <a:lnTo>
                        <a:pt x="16734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64500" tIns="64500" rIns="64500" bIns="645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" name="Google Shape;13546;p91">
                <a:extLst>
                  <a:ext uri="{FF2B5EF4-FFF2-40B4-BE49-F238E27FC236}">
                    <a16:creationId xmlns:a16="http://schemas.microsoft.com/office/drawing/2014/main" id="{E6E6DB51-09AF-4B61-82F7-10629E9D314C}"/>
                  </a:ext>
                </a:extLst>
              </p:cNvPr>
              <p:cNvSpPr/>
              <p:nvPr/>
            </p:nvSpPr>
            <p:spPr>
              <a:xfrm>
                <a:off x="4893575" y="6954468"/>
                <a:ext cx="45719" cy="148595"/>
              </a:xfrm>
              <a:custGeom>
                <a:avLst/>
                <a:gdLst/>
                <a:ahLst/>
                <a:cxnLst/>
                <a:rect l="l" t="t" r="r" b="b"/>
                <a:pathLst>
                  <a:path w="16734" h="7497" extrusionOk="0">
                    <a:moveTo>
                      <a:pt x="1" y="1"/>
                    </a:moveTo>
                    <a:lnTo>
                      <a:pt x="8369" y="7496"/>
                    </a:lnTo>
                    <a:lnTo>
                      <a:pt x="16734" y="1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txBody>
              <a:bodyPr spcFirstLastPara="1" wrap="square" lIns="64500" tIns="64500" rIns="64500" bIns="645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3817;p91">
                <a:extLst>
                  <a:ext uri="{FF2B5EF4-FFF2-40B4-BE49-F238E27FC236}">
                    <a16:creationId xmlns:a16="http://schemas.microsoft.com/office/drawing/2014/main" id="{54FEA4D4-8A80-79C2-0A62-F97CB2A4E91B}"/>
                  </a:ext>
                </a:extLst>
              </p:cNvPr>
              <p:cNvSpPr/>
              <p:nvPr/>
            </p:nvSpPr>
            <p:spPr>
              <a:xfrm>
                <a:off x="4794041" y="1061523"/>
                <a:ext cx="248603" cy="1037085"/>
              </a:xfrm>
              <a:custGeom>
                <a:avLst/>
                <a:gdLst/>
                <a:ahLst/>
                <a:cxnLst/>
                <a:rect l="l" t="t" r="r" b="b"/>
                <a:pathLst>
                  <a:path w="19117" h="41986" extrusionOk="0">
                    <a:moveTo>
                      <a:pt x="1155" y="1"/>
                    </a:moveTo>
                    <a:cubicBezTo>
                      <a:pt x="516" y="1"/>
                      <a:pt x="1" y="516"/>
                      <a:pt x="1" y="1152"/>
                    </a:cubicBezTo>
                    <a:lnTo>
                      <a:pt x="1" y="35706"/>
                    </a:lnTo>
                    <a:cubicBezTo>
                      <a:pt x="1" y="36344"/>
                      <a:pt x="9559" y="41985"/>
                      <a:pt x="9559" y="41985"/>
                    </a:cubicBezTo>
                    <a:cubicBezTo>
                      <a:pt x="9559" y="41985"/>
                      <a:pt x="19117" y="36344"/>
                      <a:pt x="19117" y="35706"/>
                    </a:cubicBezTo>
                    <a:lnTo>
                      <a:pt x="19117" y="1152"/>
                    </a:lnTo>
                    <a:cubicBezTo>
                      <a:pt x="19117" y="516"/>
                      <a:pt x="18601" y="1"/>
                      <a:pt x="1796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4500" tIns="64500" rIns="64500" bIns="64500" anchor="ctr" anchorCtr="0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9B58A7A-DCCD-F959-8809-310B02465D1A}"/>
                </a:ext>
              </a:extLst>
            </p:cNvPr>
            <p:cNvGrpSpPr/>
            <p:nvPr/>
          </p:nvGrpSpPr>
          <p:grpSpPr>
            <a:xfrm>
              <a:off x="4802418" y="318135"/>
              <a:ext cx="250789" cy="193884"/>
              <a:chOff x="3806946" y="336670"/>
              <a:chExt cx="732668" cy="715403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FB447C3-69EC-984A-8A04-890486E82733}"/>
                  </a:ext>
                </a:extLst>
              </p:cNvPr>
              <p:cNvSpPr/>
              <p:nvPr/>
            </p:nvSpPr>
            <p:spPr>
              <a:xfrm>
                <a:off x="3808286" y="731006"/>
                <a:ext cx="731328" cy="3210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64500" tIns="64500" rIns="64500" bIns="64500" anchor="ctr" anchorCtr="0">
                <a:noAutofit/>
              </a:bodyPr>
              <a:lstStyle/>
              <a:p>
                <a:endParaRPr lang="vi-VN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Google Shape;13818;p91">
                <a:extLst>
                  <a:ext uri="{FF2B5EF4-FFF2-40B4-BE49-F238E27FC236}">
                    <a16:creationId xmlns:a16="http://schemas.microsoft.com/office/drawing/2014/main" id="{15260193-031A-66D1-F3E9-DD3406BD66B0}"/>
                  </a:ext>
                </a:extLst>
              </p:cNvPr>
              <p:cNvSpPr/>
              <p:nvPr/>
            </p:nvSpPr>
            <p:spPr>
              <a:xfrm>
                <a:off x="3808285" y="497204"/>
                <a:ext cx="731329" cy="394335"/>
              </a:xfrm>
              <a:custGeom>
                <a:avLst/>
                <a:gdLst/>
                <a:ahLst/>
                <a:cxnLst/>
                <a:rect l="l" t="t" r="r" b="b"/>
                <a:pathLst>
                  <a:path w="19132" h="10698" extrusionOk="0">
                    <a:moveTo>
                      <a:pt x="1" y="1"/>
                    </a:moveTo>
                    <a:lnTo>
                      <a:pt x="1" y="10698"/>
                    </a:lnTo>
                    <a:lnTo>
                      <a:pt x="19132" y="10698"/>
                    </a:lnTo>
                    <a:lnTo>
                      <a:pt x="19132" y="1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64500" tIns="64500" rIns="64500" bIns="64500" anchor="ctr" anchorCtr="0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9AAF47F-968C-EF70-E217-460F78554979}"/>
                  </a:ext>
                </a:extLst>
              </p:cNvPr>
              <p:cNvSpPr/>
              <p:nvPr/>
            </p:nvSpPr>
            <p:spPr>
              <a:xfrm>
                <a:off x="3806946" y="336670"/>
                <a:ext cx="731328" cy="321067"/>
              </a:xfrm>
              <a:prstGeom prst="ellipse">
                <a:avLst/>
              </a:pr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4500" tIns="64500" rIns="64500" bIns="64500" anchor="ctr" anchorCtr="0">
                <a:noAutofit/>
              </a:bodyPr>
              <a:lstStyle/>
              <a:p>
                <a:endParaRPr lang="vi-VN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6E9B2A6-377C-9C71-DB4E-9AB67923E9CF}"/>
              </a:ext>
            </a:extLst>
          </p:cNvPr>
          <p:cNvGrpSpPr/>
          <p:nvPr/>
        </p:nvGrpSpPr>
        <p:grpSpPr>
          <a:xfrm>
            <a:off x="1136015" y="2418443"/>
            <a:ext cx="4318634" cy="3255644"/>
            <a:chOff x="1136015" y="2418443"/>
            <a:chExt cx="4318634" cy="32556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134FFB-F756-E46F-DA6E-C44F932C69DF}"/>
                </a:ext>
              </a:extLst>
            </p:cNvPr>
            <p:cNvGrpSpPr/>
            <p:nvPr/>
          </p:nvGrpSpPr>
          <p:grpSpPr>
            <a:xfrm>
              <a:off x="1149349" y="2418443"/>
              <a:ext cx="4305300" cy="3251200"/>
              <a:chOff x="4295775" y="1828800"/>
              <a:chExt cx="4305300" cy="3251200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4D0CEBC9-9BF8-0908-7C10-576EA8870C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300" y="1828800"/>
                <a:ext cx="0" cy="3251200"/>
              </a:xfrm>
              <a:prstGeom prst="straightConnector1">
                <a:avLst/>
              </a:prstGeom>
              <a:ln w="19050">
                <a:solidFill>
                  <a:srgbClr val="0000DA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8FB756C-246A-B5A0-8AB5-84F14B43D75E}"/>
                  </a:ext>
                </a:extLst>
              </p:cNvPr>
              <p:cNvSpPr/>
              <p:nvPr/>
            </p:nvSpPr>
            <p:spPr>
              <a:xfrm>
                <a:off x="4308475" y="2120900"/>
                <a:ext cx="603250" cy="2940050"/>
              </a:xfrm>
              <a:custGeom>
                <a:avLst/>
                <a:gdLst>
                  <a:gd name="connsiteX0" fmla="*/ 0 w 603250"/>
                  <a:gd name="connsiteY0" fmla="*/ 2940050 h 2940050"/>
                  <a:gd name="connsiteX1" fmla="*/ 476250 w 603250"/>
                  <a:gd name="connsiteY1" fmla="*/ 2311400 h 2940050"/>
                  <a:gd name="connsiteX2" fmla="*/ 603250 w 603250"/>
                  <a:gd name="connsiteY2" fmla="*/ 0 h 294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3250" h="2940050">
                    <a:moveTo>
                      <a:pt x="0" y="2940050"/>
                    </a:moveTo>
                    <a:cubicBezTo>
                      <a:pt x="187854" y="2870729"/>
                      <a:pt x="375708" y="2801408"/>
                      <a:pt x="476250" y="2311400"/>
                    </a:cubicBezTo>
                    <a:cubicBezTo>
                      <a:pt x="576792" y="1821392"/>
                      <a:pt x="590021" y="910696"/>
                      <a:pt x="603250" y="0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dirty="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588B4EC-3B2C-B8A5-AAFF-FCBE9076140D}"/>
                  </a:ext>
                </a:extLst>
              </p:cNvPr>
              <p:cNvSpPr/>
              <p:nvPr/>
            </p:nvSpPr>
            <p:spPr>
              <a:xfrm>
                <a:off x="4295775" y="2133588"/>
                <a:ext cx="314325" cy="2936887"/>
              </a:xfrm>
              <a:custGeom>
                <a:avLst/>
                <a:gdLst>
                  <a:gd name="connsiteX0" fmla="*/ 0 w 346075"/>
                  <a:gd name="connsiteY0" fmla="*/ 2936875 h 2936887"/>
                  <a:gd name="connsiteX1" fmla="*/ 269875 w 346075"/>
                  <a:gd name="connsiteY1" fmla="*/ 2447925 h 2936887"/>
                  <a:gd name="connsiteX2" fmla="*/ 346075 w 346075"/>
                  <a:gd name="connsiteY2" fmla="*/ 0 h 2936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6075" h="2936887">
                    <a:moveTo>
                      <a:pt x="0" y="2936875"/>
                    </a:moveTo>
                    <a:cubicBezTo>
                      <a:pt x="106098" y="2937139"/>
                      <a:pt x="212196" y="2937404"/>
                      <a:pt x="269875" y="2447925"/>
                    </a:cubicBezTo>
                    <a:cubicBezTo>
                      <a:pt x="327554" y="1958446"/>
                      <a:pt x="336814" y="979223"/>
                      <a:pt x="346075" y="0"/>
                    </a:cubicBezTo>
                  </a:path>
                </a:pathLst>
              </a:custGeom>
              <a:noFill/>
              <a:ln w="19050">
                <a:solidFill>
                  <a:srgbClr val="0094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dirty="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856C16D-F020-41DD-BDB4-A2B5C02DE00A}"/>
                  </a:ext>
                </a:extLst>
              </p:cNvPr>
              <p:cNvSpPr/>
              <p:nvPr/>
            </p:nvSpPr>
            <p:spPr>
              <a:xfrm>
                <a:off x="4305300" y="2117725"/>
                <a:ext cx="1625600" cy="2946400"/>
              </a:xfrm>
              <a:custGeom>
                <a:avLst/>
                <a:gdLst>
                  <a:gd name="connsiteX0" fmla="*/ 0 w 1625600"/>
                  <a:gd name="connsiteY0" fmla="*/ 2946400 h 2946400"/>
                  <a:gd name="connsiteX1" fmla="*/ 1095375 w 1625600"/>
                  <a:gd name="connsiteY1" fmla="*/ 2162175 h 2946400"/>
                  <a:gd name="connsiteX2" fmla="*/ 1625600 w 1625600"/>
                  <a:gd name="connsiteY2" fmla="*/ 0 h 294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25600" h="2946400">
                    <a:moveTo>
                      <a:pt x="0" y="2946400"/>
                    </a:moveTo>
                    <a:cubicBezTo>
                      <a:pt x="412221" y="2799821"/>
                      <a:pt x="824442" y="2653242"/>
                      <a:pt x="1095375" y="2162175"/>
                    </a:cubicBezTo>
                    <a:cubicBezTo>
                      <a:pt x="1366308" y="1671108"/>
                      <a:pt x="1495954" y="835554"/>
                      <a:pt x="1625600" y="0"/>
                    </a:cubicBezTo>
                  </a:path>
                </a:pathLst>
              </a:custGeom>
              <a:no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7AF240C-068F-9C44-ED04-A4E2700B3AEE}"/>
                  </a:ext>
                </a:extLst>
              </p:cNvPr>
              <p:cNvSpPr/>
              <p:nvPr/>
            </p:nvSpPr>
            <p:spPr>
              <a:xfrm>
                <a:off x="4302125" y="3635375"/>
                <a:ext cx="3927475" cy="1428750"/>
              </a:xfrm>
              <a:custGeom>
                <a:avLst/>
                <a:gdLst>
                  <a:gd name="connsiteX0" fmla="*/ 0 w 3927475"/>
                  <a:gd name="connsiteY0" fmla="*/ 1428750 h 1428750"/>
                  <a:gd name="connsiteX1" fmla="*/ 2273300 w 3927475"/>
                  <a:gd name="connsiteY1" fmla="*/ 733425 h 1428750"/>
                  <a:gd name="connsiteX2" fmla="*/ 3927475 w 3927475"/>
                  <a:gd name="connsiteY2" fmla="*/ 0 h 1428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7475" h="1428750">
                    <a:moveTo>
                      <a:pt x="0" y="1428750"/>
                    </a:moveTo>
                    <a:cubicBezTo>
                      <a:pt x="809360" y="1200150"/>
                      <a:pt x="1618721" y="971550"/>
                      <a:pt x="2273300" y="733425"/>
                    </a:cubicBezTo>
                    <a:cubicBezTo>
                      <a:pt x="2927879" y="495300"/>
                      <a:pt x="3427677" y="247650"/>
                      <a:pt x="3927475" y="0"/>
                    </a:cubicBez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9BB6808-DF32-C9E4-6EB5-8CE57204D665}"/>
                  </a:ext>
                </a:extLst>
              </p:cNvPr>
              <p:cNvSpPr/>
              <p:nvPr/>
            </p:nvSpPr>
            <p:spPr>
              <a:xfrm>
                <a:off x="4302125" y="4892675"/>
                <a:ext cx="3908425" cy="171450"/>
              </a:xfrm>
              <a:custGeom>
                <a:avLst/>
                <a:gdLst>
                  <a:gd name="connsiteX0" fmla="*/ 0 w 3908425"/>
                  <a:gd name="connsiteY0" fmla="*/ 171450 h 171450"/>
                  <a:gd name="connsiteX1" fmla="*/ 3908425 w 3908425"/>
                  <a:gd name="connsiteY1" fmla="*/ 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08425" h="171450">
                    <a:moveTo>
                      <a:pt x="0" y="171450"/>
                    </a:moveTo>
                    <a:lnTo>
                      <a:pt x="3908425" y="0"/>
                    </a:lnTo>
                  </a:path>
                </a:pathLst>
              </a:cu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AF1A12E-027C-A33C-2576-073F45AFCDF0}"/>
                  </a:ext>
                </a:extLst>
              </p:cNvPr>
              <p:cNvSpPr/>
              <p:nvPr/>
            </p:nvSpPr>
            <p:spPr>
              <a:xfrm>
                <a:off x="4318000" y="5038725"/>
                <a:ext cx="3883025" cy="19050"/>
              </a:xfrm>
              <a:custGeom>
                <a:avLst/>
                <a:gdLst>
                  <a:gd name="connsiteX0" fmla="*/ 0 w 3883025"/>
                  <a:gd name="connsiteY0" fmla="*/ 19050 h 19050"/>
                  <a:gd name="connsiteX1" fmla="*/ 3883025 w 3883025"/>
                  <a:gd name="connsiteY1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3025" h="19050">
                    <a:moveTo>
                      <a:pt x="0" y="19050"/>
                    </a:moveTo>
                    <a:lnTo>
                      <a:pt x="3883025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8829A3F7-4907-E59A-8E60-1860D2DFA9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5775" y="5072062"/>
                <a:ext cx="4305300" cy="0"/>
              </a:xfrm>
              <a:prstGeom prst="straightConnector1">
                <a:avLst/>
              </a:prstGeom>
              <a:ln w="19050">
                <a:solidFill>
                  <a:srgbClr val="0000DA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E016F7-B2AD-7807-D7D5-1783D39FD0C5}"/>
                </a:ext>
              </a:extLst>
            </p:cNvPr>
            <p:cNvSpPr/>
            <p:nvPr/>
          </p:nvSpPr>
          <p:spPr>
            <a:xfrm>
              <a:off x="1136015" y="5628368"/>
              <a:ext cx="45719" cy="45719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325126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roup 222">
            <a:extLst>
              <a:ext uri="{FF2B5EF4-FFF2-40B4-BE49-F238E27FC236}">
                <a16:creationId xmlns:a16="http://schemas.microsoft.com/office/drawing/2014/main" id="{9666616C-F35B-4F1C-9A23-5F24AFCE5BE6}"/>
              </a:ext>
            </a:extLst>
          </p:cNvPr>
          <p:cNvGrpSpPr/>
          <p:nvPr/>
        </p:nvGrpSpPr>
        <p:grpSpPr>
          <a:xfrm>
            <a:off x="696900" y="566456"/>
            <a:ext cx="11006115" cy="5904925"/>
            <a:chOff x="1109650" y="541056"/>
            <a:chExt cx="11006115" cy="5904925"/>
          </a:xfrm>
        </p:grpSpPr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37052225-97C3-CFB2-BCC1-17EFDD54BCB6}"/>
                </a:ext>
              </a:extLst>
            </p:cNvPr>
            <p:cNvGrpSpPr/>
            <p:nvPr/>
          </p:nvGrpSpPr>
          <p:grpSpPr>
            <a:xfrm>
              <a:off x="1109650" y="541056"/>
              <a:ext cx="11006115" cy="5904925"/>
              <a:chOff x="1109650" y="541056"/>
              <a:chExt cx="11006115" cy="5904925"/>
            </a:xfrm>
          </p:grpSpPr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22D9E7CC-A297-597D-DEF8-F495F5A3D5CC}"/>
                  </a:ext>
                </a:extLst>
              </p:cNvPr>
              <p:cNvGrpSpPr/>
              <p:nvPr/>
            </p:nvGrpSpPr>
            <p:grpSpPr>
              <a:xfrm>
                <a:off x="1109650" y="541056"/>
                <a:ext cx="10116525" cy="5904925"/>
                <a:chOff x="1109650" y="541056"/>
                <a:chExt cx="10116525" cy="5904925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5AB350FB-8F7C-50AE-0ADE-B832732959CA}"/>
                    </a:ext>
                  </a:extLst>
                </p:cNvPr>
                <p:cNvGrpSpPr/>
                <p:nvPr/>
              </p:nvGrpSpPr>
              <p:grpSpPr>
                <a:xfrm>
                  <a:off x="1109650" y="541056"/>
                  <a:ext cx="10116525" cy="5904925"/>
                  <a:chOff x="1109650" y="541056"/>
                  <a:chExt cx="10116525" cy="5904925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C73012E2-7871-406F-040D-390319A253E7}"/>
                      </a:ext>
                    </a:extLst>
                  </p:cNvPr>
                  <p:cNvGrpSpPr/>
                  <p:nvPr/>
                </p:nvGrpSpPr>
                <p:grpSpPr>
                  <a:xfrm>
                    <a:off x="1109650" y="541056"/>
                    <a:ext cx="10116525" cy="5904925"/>
                    <a:chOff x="997923" y="484224"/>
                    <a:chExt cx="10116525" cy="5904925"/>
                  </a:xfrm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0CB123F3-7FE7-8496-C32A-287F2A424C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62524" y="925638"/>
                      <a:ext cx="9675765" cy="5037476"/>
                      <a:chOff x="1331874" y="763384"/>
                      <a:chExt cx="9917104" cy="5229476"/>
                    </a:xfrm>
                  </p:grpSpPr>
                  <p:grpSp>
                    <p:nvGrpSpPr>
                      <p:cNvPr id="125" name="Group 124">
                        <a:extLst>
                          <a:ext uri="{FF2B5EF4-FFF2-40B4-BE49-F238E27FC236}">
                            <a16:creationId xmlns:a16="http://schemas.microsoft.com/office/drawing/2014/main" id="{91A0F2DA-DFF3-826D-A4F4-8C3043897E6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559692" y="1611581"/>
                        <a:ext cx="5411210" cy="3530330"/>
                        <a:chOff x="3546927" y="1611581"/>
                        <a:chExt cx="5411210" cy="3530330"/>
                      </a:xfrm>
                    </p:grpSpPr>
                    <p:sp>
                      <p:nvSpPr>
                        <p:cNvPr id="160" name="Oval 159">
                          <a:extLst>
                            <a:ext uri="{FF2B5EF4-FFF2-40B4-BE49-F238E27FC236}">
                              <a16:creationId xmlns:a16="http://schemas.microsoft.com/office/drawing/2014/main" id="{5FA6D245-D92D-90B6-567F-66A9BFDCED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61389" y="3668896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61" name="Oval 160">
                          <a:extLst>
                            <a:ext uri="{FF2B5EF4-FFF2-40B4-BE49-F238E27FC236}">
                              <a16:creationId xmlns:a16="http://schemas.microsoft.com/office/drawing/2014/main" id="{B787ACF0-B657-AE63-2923-9B7C38D9CD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46927" y="2969156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62" name="Oval 161">
                          <a:extLst>
                            <a:ext uri="{FF2B5EF4-FFF2-40B4-BE49-F238E27FC236}">
                              <a16:creationId xmlns:a16="http://schemas.microsoft.com/office/drawing/2014/main" id="{03039BB9-7C6A-39B4-852B-D8CB31AF73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03470" y="4636761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63" name="Oval 162">
                          <a:extLst>
                            <a:ext uri="{FF2B5EF4-FFF2-40B4-BE49-F238E27FC236}">
                              <a16:creationId xmlns:a16="http://schemas.microsoft.com/office/drawing/2014/main" id="{C1FAED92-A1C5-68F6-C5CE-15E1CE6203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94096" y="4239300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64" name="Oval 163">
                          <a:extLst>
                            <a:ext uri="{FF2B5EF4-FFF2-40B4-BE49-F238E27FC236}">
                              <a16:creationId xmlns:a16="http://schemas.microsoft.com/office/drawing/2014/main" id="{9DCD618E-4E06-3399-F0CE-F30C4241A9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03469" y="2006548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65" name="Oval 164">
                          <a:extLst>
                            <a:ext uri="{FF2B5EF4-FFF2-40B4-BE49-F238E27FC236}">
                              <a16:creationId xmlns:a16="http://schemas.microsoft.com/office/drawing/2014/main" id="{53E91E7D-DBCE-C61B-6A4D-6BB839173E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94097" y="2398568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66" name="Oval 165">
                          <a:extLst>
                            <a:ext uri="{FF2B5EF4-FFF2-40B4-BE49-F238E27FC236}">
                              <a16:creationId xmlns:a16="http://schemas.microsoft.com/office/drawing/2014/main" id="{FB525231-026C-84F3-B744-32DE8DCBCBF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75950" y="1738581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 dirty="0"/>
                        </a:p>
                      </p:txBody>
                    </p:sp>
                    <p:sp>
                      <p:nvSpPr>
                        <p:cNvPr id="167" name="Oval 166">
                          <a:extLst>
                            <a:ext uri="{FF2B5EF4-FFF2-40B4-BE49-F238E27FC236}">
                              <a16:creationId xmlns:a16="http://schemas.microsoft.com/office/drawing/2014/main" id="{078981BD-7706-A007-856F-54D852CF5AB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75949" y="4871697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68" name="Oval 167">
                          <a:extLst>
                            <a:ext uri="{FF2B5EF4-FFF2-40B4-BE49-F238E27FC236}">
                              <a16:creationId xmlns:a16="http://schemas.microsoft.com/office/drawing/2014/main" id="{1313CB21-5A3D-979E-29A0-40CC3C5411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64383" y="1611581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 dirty="0"/>
                        </a:p>
                      </p:txBody>
                    </p:sp>
                    <p:sp>
                      <p:nvSpPr>
                        <p:cNvPr id="169" name="Oval 168">
                          <a:extLst>
                            <a:ext uri="{FF2B5EF4-FFF2-40B4-BE49-F238E27FC236}">
                              <a16:creationId xmlns:a16="http://schemas.microsoft.com/office/drawing/2014/main" id="{D90A1C4F-01B9-B346-32FA-EB0AF06E3E8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64384" y="5012082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grpSp>
                      <p:nvGrpSpPr>
                        <p:cNvPr id="170" name="Group 169">
                          <a:extLst>
                            <a:ext uri="{FF2B5EF4-FFF2-40B4-BE49-F238E27FC236}">
                              <a16:creationId xmlns:a16="http://schemas.microsoft.com/office/drawing/2014/main" id="{0E645287-B841-7786-BF1F-B0F3EE965D3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6809447" y="1614410"/>
                          <a:ext cx="2148690" cy="3527501"/>
                          <a:chOff x="3699327" y="1763981"/>
                          <a:chExt cx="2148690" cy="3527501"/>
                        </a:xfrm>
                      </p:grpSpPr>
                      <p:sp>
                        <p:nvSpPr>
                          <p:cNvPr id="181" name="Oval 180">
                            <a:extLst>
                              <a:ext uri="{FF2B5EF4-FFF2-40B4-BE49-F238E27FC236}">
                                <a16:creationId xmlns:a16="http://schemas.microsoft.com/office/drawing/2014/main" id="{626CDBC5-0642-4618-3560-5B69BF52D3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16784" y="5164482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/>
                          </a:p>
                        </p:txBody>
                      </p:sp>
                      <p:sp>
                        <p:nvSpPr>
                          <p:cNvPr id="182" name="Oval 181">
                            <a:extLst>
                              <a:ext uri="{FF2B5EF4-FFF2-40B4-BE49-F238E27FC236}">
                                <a16:creationId xmlns:a16="http://schemas.microsoft.com/office/drawing/2014/main" id="{3CFF3967-EF80-5B59-EA93-259BEDE34F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713789" y="3821296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/>
                          </a:p>
                        </p:txBody>
                      </p: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6440807E-1EE1-C08F-F64B-FE6352B90F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699327" y="3121556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/>
                          </a:p>
                        </p:txBody>
                      </p:sp>
                      <p:sp>
                        <p:nvSpPr>
                          <p:cNvPr id="184" name="Oval 183">
                            <a:extLst>
                              <a:ext uri="{FF2B5EF4-FFF2-40B4-BE49-F238E27FC236}">
                                <a16:creationId xmlns:a16="http://schemas.microsoft.com/office/drawing/2014/main" id="{EF80C6A8-D504-73D7-AABE-20B75941827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55870" y="4789161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/>
                          </a:p>
                        </p:txBody>
                      </p:sp>
                      <p:sp>
                        <p:nvSpPr>
                          <p:cNvPr id="185" name="Oval 184">
                            <a:extLst>
                              <a:ext uri="{FF2B5EF4-FFF2-40B4-BE49-F238E27FC236}">
                                <a16:creationId xmlns:a16="http://schemas.microsoft.com/office/drawing/2014/main" id="{591A0683-1F7C-89E7-4029-8A1C1853D0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46496" y="4391700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/>
                          </a:p>
                        </p:txBody>
                      </p:sp>
                      <p:sp>
                        <p:nvSpPr>
                          <p:cNvPr id="186" name="Oval 185">
                            <a:extLst>
                              <a:ext uri="{FF2B5EF4-FFF2-40B4-BE49-F238E27FC236}">
                                <a16:creationId xmlns:a16="http://schemas.microsoft.com/office/drawing/2014/main" id="{A72CD84F-FF99-A781-460D-F9E311CCD3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55869" y="2158948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/>
                          </a:p>
                        </p:txBody>
                      </p:sp>
                      <p:sp>
                        <p:nvSpPr>
                          <p:cNvPr id="187" name="Oval 186">
                            <a:extLst>
                              <a:ext uri="{FF2B5EF4-FFF2-40B4-BE49-F238E27FC236}">
                                <a16:creationId xmlns:a16="http://schemas.microsoft.com/office/drawing/2014/main" id="{5758C8A4-749F-EB44-DA05-B264585ABBC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46497" y="2550968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/>
                          </a:p>
                        </p:txBody>
                      </p:sp>
                      <p:sp>
                        <p:nvSpPr>
                          <p:cNvPr id="188" name="Oval 187">
                            <a:extLst>
                              <a:ext uri="{FF2B5EF4-FFF2-40B4-BE49-F238E27FC236}">
                                <a16:creationId xmlns:a16="http://schemas.microsoft.com/office/drawing/2014/main" id="{3E72844A-F05E-CC7E-D1DD-EC1740F963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28350" y="1890981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 dirty="0"/>
                          </a:p>
                        </p:txBody>
                      </p:sp>
                      <p:sp>
                        <p:nvSpPr>
                          <p:cNvPr id="189" name="Oval 188">
                            <a:extLst>
                              <a:ext uri="{FF2B5EF4-FFF2-40B4-BE49-F238E27FC236}">
                                <a16:creationId xmlns:a16="http://schemas.microsoft.com/office/drawing/2014/main" id="{9966793E-CEC1-C2AD-6C13-A6AB318315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28349" y="5024097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/>
                          </a:p>
                        </p:txBody>
                      </p:sp>
                      <p:sp>
                        <p:nvSpPr>
                          <p:cNvPr id="190" name="Oval 189">
                            <a:extLst>
                              <a:ext uri="{FF2B5EF4-FFF2-40B4-BE49-F238E27FC236}">
                                <a16:creationId xmlns:a16="http://schemas.microsoft.com/office/drawing/2014/main" id="{921A5EB4-9ACD-125E-B35F-5CCF56C376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16783" y="1763981"/>
                            <a:ext cx="131233" cy="127000"/>
                          </a:xfrm>
                          <a:prstGeom prst="ellipse">
                            <a:avLst/>
                          </a:prstGeom>
                          <a:solidFill>
                            <a:srgbClr val="C00000"/>
                          </a:solidFill>
                          <a:ln w="381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 dirty="0"/>
                          </a:p>
                        </p:txBody>
                      </p:sp>
                    </p:grpSp>
                    <p:sp>
                      <p:nvSpPr>
                        <p:cNvPr id="171" name="Oval 170">
                          <a:extLst>
                            <a:ext uri="{FF2B5EF4-FFF2-40B4-BE49-F238E27FC236}">
                              <a16:creationId xmlns:a16="http://schemas.microsoft.com/office/drawing/2014/main" id="{9C68C181-C5D1-B777-844E-D1D9CFC0D9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78452" y="3671725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72" name="Oval 171">
                          <a:extLst>
                            <a:ext uri="{FF2B5EF4-FFF2-40B4-BE49-F238E27FC236}">
                              <a16:creationId xmlns:a16="http://schemas.microsoft.com/office/drawing/2014/main" id="{A9B8A14D-8762-3366-89CB-4860C74BC1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63990" y="2971985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73" name="Oval 172">
                          <a:extLst>
                            <a:ext uri="{FF2B5EF4-FFF2-40B4-BE49-F238E27FC236}">
                              <a16:creationId xmlns:a16="http://schemas.microsoft.com/office/drawing/2014/main" id="{81661A78-CEBF-258A-F7C2-4DE0970E097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20534" y="4639590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74" name="Oval 173">
                          <a:extLst>
                            <a:ext uri="{FF2B5EF4-FFF2-40B4-BE49-F238E27FC236}">
                              <a16:creationId xmlns:a16="http://schemas.microsoft.com/office/drawing/2014/main" id="{796DFD2D-A574-94F4-978E-EB54624FAD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11159" y="4242129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75" name="Oval 174">
                          <a:extLst>
                            <a:ext uri="{FF2B5EF4-FFF2-40B4-BE49-F238E27FC236}">
                              <a16:creationId xmlns:a16="http://schemas.microsoft.com/office/drawing/2014/main" id="{F8F4147A-0ED0-062F-FA0C-3E69894CE0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20533" y="2009377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76" name="Oval 175">
                          <a:extLst>
                            <a:ext uri="{FF2B5EF4-FFF2-40B4-BE49-F238E27FC236}">
                              <a16:creationId xmlns:a16="http://schemas.microsoft.com/office/drawing/2014/main" id="{0E2B5526-17C7-C2E5-F55C-AE5886CA59E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11160" y="2401397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77" name="Oval 176">
                          <a:extLst>
                            <a:ext uri="{FF2B5EF4-FFF2-40B4-BE49-F238E27FC236}">
                              <a16:creationId xmlns:a16="http://schemas.microsoft.com/office/drawing/2014/main" id="{D4064441-012B-E3D5-F6B8-AAEE20BF85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93013" y="1741410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 dirty="0"/>
                        </a:p>
                      </p:txBody>
                    </p:sp>
                    <p:sp>
                      <p:nvSpPr>
                        <p:cNvPr id="178" name="Oval 177">
                          <a:extLst>
                            <a:ext uri="{FF2B5EF4-FFF2-40B4-BE49-F238E27FC236}">
                              <a16:creationId xmlns:a16="http://schemas.microsoft.com/office/drawing/2014/main" id="{46C72C7B-6016-3A18-DA51-068B44BAF8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93012" y="4874526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  <p:sp>
                      <p:nvSpPr>
                        <p:cNvPr id="179" name="Oval 178">
                          <a:extLst>
                            <a:ext uri="{FF2B5EF4-FFF2-40B4-BE49-F238E27FC236}">
                              <a16:creationId xmlns:a16="http://schemas.microsoft.com/office/drawing/2014/main" id="{F45F43EA-C29C-35A0-868F-895EC6E9FC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81446" y="1614410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 dirty="0"/>
                        </a:p>
                      </p:txBody>
                    </p:sp>
                    <p:sp>
                      <p:nvSpPr>
                        <p:cNvPr id="180" name="Oval 179">
                          <a:extLst>
                            <a:ext uri="{FF2B5EF4-FFF2-40B4-BE49-F238E27FC236}">
                              <a16:creationId xmlns:a16="http://schemas.microsoft.com/office/drawing/2014/main" id="{4A497A06-09B2-EE5A-4262-7E0CE8817B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81447" y="5014911"/>
                          <a:ext cx="131233" cy="127000"/>
                        </a:xfrm>
                        <a:prstGeom prst="ellipse">
                          <a:avLst/>
                        </a:prstGeom>
                        <a:solidFill>
                          <a:srgbClr val="C00000"/>
                        </a:solidFill>
                        <a:ln w="38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vi-VN"/>
                        </a:p>
                      </p:txBody>
                    </p:sp>
                  </p:grpSp>
                  <p:grpSp>
                    <p:nvGrpSpPr>
                      <p:cNvPr id="126" name="Group 125">
                        <a:extLst>
                          <a:ext uri="{FF2B5EF4-FFF2-40B4-BE49-F238E27FC236}">
                            <a16:creationId xmlns:a16="http://schemas.microsoft.com/office/drawing/2014/main" id="{EE76A31C-1598-CF71-6B04-827EEB56A6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331874" y="763384"/>
                        <a:ext cx="9917104" cy="5229476"/>
                        <a:chOff x="1331874" y="763384"/>
                        <a:chExt cx="9917104" cy="5229476"/>
                      </a:xfrm>
                    </p:grpSpPr>
                    <p:grpSp>
                      <p:nvGrpSpPr>
                        <p:cNvPr id="127" name="Group 126">
                          <a:extLst>
                            <a:ext uri="{FF2B5EF4-FFF2-40B4-BE49-F238E27FC236}">
                              <a16:creationId xmlns:a16="http://schemas.microsoft.com/office/drawing/2014/main" id="{138585E0-70D7-0246-DD03-FA79CD5F511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302784" y="2034191"/>
                          <a:ext cx="3979751" cy="2676770"/>
                          <a:chOff x="366304" y="1762268"/>
                          <a:chExt cx="2265763" cy="1550200"/>
                        </a:xfrm>
                      </p:grpSpPr>
                      <p:sp>
                        <p:nvSpPr>
                          <p:cNvPr id="152" name="Oval 151">
                            <a:extLst>
                              <a:ext uri="{FF2B5EF4-FFF2-40B4-BE49-F238E27FC236}">
                                <a16:creationId xmlns:a16="http://schemas.microsoft.com/office/drawing/2014/main" id="{5FBECC6E-D923-D431-EE44-F82BD83CAF6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57886" y="1772094"/>
                            <a:ext cx="1307479" cy="1325355"/>
                          </a:xfrm>
                          <a:prstGeom prst="ellipse">
                            <a:avLst/>
                          </a:prstGeom>
                          <a:solidFill>
                            <a:schemeClr val="accent6">
                              <a:lumMod val="75000"/>
                            </a:schemeClr>
                          </a:solidFill>
                          <a:ln>
                            <a:solidFill>
                              <a:schemeClr val="accent6">
                                <a:lumMod val="75000"/>
                              </a:schemeClr>
                            </a:solidFill>
                          </a:ln>
                        </p:spPr>
                        <p:txBody>
                          <a:bodyPr spcFirstLastPara="1" wrap="square" lIns="64500" tIns="64500" rIns="64500" bIns="64500" anchor="ctr" anchorCtr="0">
                            <a:noAutofit/>
                          </a:bodyPr>
                          <a:lstStyle/>
                          <a:p>
                            <a:endParaRPr lang="vi-VN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153" name="Oval 152">
                            <a:extLst>
                              <a:ext uri="{FF2B5EF4-FFF2-40B4-BE49-F238E27FC236}">
                                <a16:creationId xmlns:a16="http://schemas.microsoft.com/office/drawing/2014/main" id="{311F6A3E-46B4-AE52-A2A2-DEB3AC24452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6296" y="1785221"/>
                            <a:ext cx="1325991" cy="1321055"/>
                          </a:xfrm>
                          <a:prstGeom prst="ellipse">
                            <a:avLst/>
                          </a:prstGeom>
                          <a:solidFill>
                            <a:srgbClr val="3C6C90"/>
                          </a:solidFill>
                          <a:ln w="57150">
                            <a:solidFill>
                              <a:srgbClr val="3C6C90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1">
                            <a:schemeClr val="l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 dirty="0"/>
                          </a:p>
                        </p:txBody>
                      </p:sp>
                      <p:sp>
                        <p:nvSpPr>
                          <p:cNvPr id="154" name="Rectangle 153">
                            <a:extLst>
                              <a:ext uri="{FF2B5EF4-FFF2-40B4-BE49-F238E27FC236}">
                                <a16:creationId xmlns:a16="http://schemas.microsoft.com/office/drawing/2014/main" id="{C31E5487-6B43-29B2-2B0C-5884DC249A2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20321" y="1862093"/>
                            <a:ext cx="747984" cy="1362706"/>
                          </a:xfrm>
                          <a:prstGeom prst="rect">
                            <a:avLst/>
                          </a:prstGeom>
                          <a:solidFill>
                            <a:schemeClr val="accent2"/>
                          </a:solidFill>
                          <a:ln>
                            <a:solidFill>
                              <a:schemeClr val="accent2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vi-VN" dirty="0"/>
                          </a:p>
                        </p:txBody>
                      </p:sp>
                      <p:grpSp>
                        <p:nvGrpSpPr>
                          <p:cNvPr id="155" name="Google Shape;13686;p91">
                            <a:extLst>
                              <a:ext uri="{FF2B5EF4-FFF2-40B4-BE49-F238E27FC236}">
                                <a16:creationId xmlns:a16="http://schemas.microsoft.com/office/drawing/2014/main" id="{F7CCF60E-EE85-1E40-BC91-82BC786B9C6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66304" y="1762268"/>
                            <a:ext cx="2265763" cy="1550200"/>
                            <a:chOff x="2681756" y="2605929"/>
                            <a:chExt cx="755761" cy="516074"/>
                          </a:xfrm>
                        </p:grpSpPr>
                        <p:sp>
                          <p:nvSpPr>
                            <p:cNvPr id="156" name="Google Shape;13688;p91">
                              <a:extLst>
                                <a:ext uri="{FF2B5EF4-FFF2-40B4-BE49-F238E27FC236}">
                                  <a16:creationId xmlns:a16="http://schemas.microsoft.com/office/drawing/2014/main" id="{B74BD294-ED91-D232-F834-3E2D78A7C9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059967" y="2645578"/>
                              <a:ext cx="377550" cy="4764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5102" h="19057" extrusionOk="0">
                                  <a:moveTo>
                                    <a:pt x="10272" y="0"/>
                                  </a:moveTo>
                                  <a:cubicBezTo>
                                    <a:pt x="9934" y="3512"/>
                                    <a:pt x="7912" y="6539"/>
                                    <a:pt x="5024" y="8262"/>
                                  </a:cubicBezTo>
                                  <a:cubicBezTo>
                                    <a:pt x="5031" y="8418"/>
                                    <a:pt x="5036" y="8577"/>
                                    <a:pt x="5036" y="8736"/>
                                  </a:cubicBezTo>
                                  <a:cubicBezTo>
                                    <a:pt x="5036" y="12577"/>
                                    <a:pt x="3024" y="15957"/>
                                    <a:pt x="1" y="17879"/>
                                  </a:cubicBezTo>
                                  <a:cubicBezTo>
                                    <a:pt x="1471" y="18653"/>
                                    <a:pt x="3109" y="19056"/>
                                    <a:pt x="4771" y="19056"/>
                                  </a:cubicBezTo>
                                  <a:cubicBezTo>
                                    <a:pt x="4774" y="19056"/>
                                    <a:pt x="4778" y="19056"/>
                                    <a:pt x="4781" y="19056"/>
                                  </a:cubicBezTo>
                                  <a:cubicBezTo>
                                    <a:pt x="10472" y="19056"/>
                                    <a:pt x="15102" y="14427"/>
                                    <a:pt x="15102" y="8736"/>
                                  </a:cubicBezTo>
                                  <a:cubicBezTo>
                                    <a:pt x="15102" y="5062"/>
                                    <a:pt x="13170" y="1831"/>
                                    <a:pt x="10272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accent6">
                                <a:lumMod val="75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ln>
                          </p:spPr>
                          <p:txBody>
                            <a:bodyPr spcFirstLastPara="1" wrap="square" lIns="64500" tIns="64500" rIns="64500" bIns="64500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 dirty="0"/>
                            </a:p>
                          </p:txBody>
                        </p:sp>
                        <p:sp>
                          <p:nvSpPr>
                            <p:cNvPr id="157" name="Google Shape;13689;p91">
                              <a:extLst>
                                <a:ext uri="{FF2B5EF4-FFF2-40B4-BE49-F238E27FC236}">
                                  <a16:creationId xmlns:a16="http://schemas.microsoft.com/office/drawing/2014/main" id="{B0B84362-9257-228F-5D9A-EB7E2F0F3CB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059968" y="2605929"/>
                              <a:ext cx="244675" cy="2319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787" h="9276" extrusionOk="0">
                                  <a:moveTo>
                                    <a:pt x="4781" y="1"/>
                                  </a:moveTo>
                                  <a:cubicBezTo>
                                    <a:pt x="3141" y="1"/>
                                    <a:pt x="1499" y="393"/>
                                    <a:pt x="1" y="1178"/>
                                  </a:cubicBezTo>
                                  <a:cubicBezTo>
                                    <a:pt x="2747" y="2923"/>
                                    <a:pt x="4656" y="5871"/>
                                    <a:pt x="4984" y="9276"/>
                                  </a:cubicBezTo>
                                  <a:cubicBezTo>
                                    <a:pt x="7683" y="7574"/>
                                    <a:pt x="9542" y="4656"/>
                                    <a:pt x="9787" y="1300"/>
                                  </a:cubicBezTo>
                                  <a:cubicBezTo>
                                    <a:pt x="8232" y="434"/>
                                    <a:pt x="6507" y="1"/>
                                    <a:pt x="4781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accent6">
                                <a:lumMod val="75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ln>
                          </p:spPr>
                          <p:txBody>
                            <a:bodyPr spcFirstLastPara="1" wrap="square" lIns="64500" tIns="64500" rIns="64500" bIns="64500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58" name="Google Shape;13690;p91">
                              <a:extLst>
                                <a:ext uri="{FF2B5EF4-FFF2-40B4-BE49-F238E27FC236}">
                                  <a16:creationId xmlns:a16="http://schemas.microsoft.com/office/drawing/2014/main" id="{26F45A90-5A2D-6554-1EC6-131760C0613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681756" y="2645578"/>
                              <a:ext cx="377575" cy="4764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5103" h="19057" extrusionOk="0">
                                  <a:moveTo>
                                    <a:pt x="4831" y="0"/>
                                  </a:moveTo>
                                  <a:cubicBezTo>
                                    <a:pt x="1931" y="1831"/>
                                    <a:pt x="0" y="5062"/>
                                    <a:pt x="0" y="8736"/>
                                  </a:cubicBezTo>
                                  <a:cubicBezTo>
                                    <a:pt x="0" y="14427"/>
                                    <a:pt x="4631" y="19056"/>
                                    <a:pt x="10321" y="19056"/>
                                  </a:cubicBezTo>
                                  <a:cubicBezTo>
                                    <a:pt x="10324" y="19056"/>
                                    <a:pt x="10327" y="19056"/>
                                    <a:pt x="10331" y="19056"/>
                                  </a:cubicBezTo>
                                  <a:cubicBezTo>
                                    <a:pt x="11993" y="19056"/>
                                    <a:pt x="13630" y="18653"/>
                                    <a:pt x="15102" y="17879"/>
                                  </a:cubicBezTo>
                                  <a:cubicBezTo>
                                    <a:pt x="12077" y="15957"/>
                                    <a:pt x="10068" y="12577"/>
                                    <a:pt x="10068" y="8736"/>
                                  </a:cubicBezTo>
                                  <a:cubicBezTo>
                                    <a:pt x="10068" y="8577"/>
                                    <a:pt x="10071" y="8418"/>
                                    <a:pt x="10079" y="8262"/>
                                  </a:cubicBezTo>
                                  <a:cubicBezTo>
                                    <a:pt x="7192" y="6540"/>
                                    <a:pt x="5169" y="3512"/>
                                    <a:pt x="4831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C6C90"/>
                            </a:solidFill>
                            <a:ln>
                              <a:solidFill>
                                <a:srgbClr val="3C6C90"/>
                              </a:solidFill>
                            </a:ln>
                          </p:spPr>
                          <p:txBody>
                            <a:bodyPr spcFirstLastPara="1" wrap="square" lIns="64500" tIns="64500" rIns="64500" bIns="64500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59" name="Google Shape;13691;p91">
                              <a:extLst>
                                <a:ext uri="{FF2B5EF4-FFF2-40B4-BE49-F238E27FC236}">
                                  <a16:creationId xmlns:a16="http://schemas.microsoft.com/office/drawing/2014/main" id="{3AD8E9D8-BC29-884A-7405-2429859BD47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13919" y="2606138"/>
                              <a:ext cx="244675" cy="2319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787" h="9276" extrusionOk="0">
                                  <a:moveTo>
                                    <a:pt x="5005" y="1"/>
                                  </a:moveTo>
                                  <a:cubicBezTo>
                                    <a:pt x="3280" y="1"/>
                                    <a:pt x="1555" y="434"/>
                                    <a:pt x="1" y="1300"/>
                                  </a:cubicBezTo>
                                  <a:cubicBezTo>
                                    <a:pt x="246" y="4658"/>
                                    <a:pt x="2103" y="7574"/>
                                    <a:pt x="4801" y="9276"/>
                                  </a:cubicBezTo>
                                  <a:cubicBezTo>
                                    <a:pt x="5130" y="5871"/>
                                    <a:pt x="7040" y="2923"/>
                                    <a:pt x="9786" y="1178"/>
                                  </a:cubicBezTo>
                                  <a:cubicBezTo>
                                    <a:pt x="8288" y="393"/>
                                    <a:pt x="6646" y="1"/>
                                    <a:pt x="500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C6C90"/>
                            </a:solidFill>
                            <a:ln>
                              <a:solidFill>
                                <a:srgbClr val="3C6C90"/>
                              </a:solidFill>
                            </a:ln>
                          </p:spPr>
                          <p:txBody>
                            <a:bodyPr spcFirstLastPara="1" wrap="square" lIns="64500" tIns="64500" rIns="64500" bIns="64500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 dirty="0"/>
                            </a:p>
                          </p:txBody>
                        </p:sp>
                      </p:grpSp>
                    </p:grpSp>
                    <p:sp>
                      <p:nvSpPr>
                        <p:cNvPr id="128" name="TextBox 127">
                          <a:extLst>
                            <a:ext uri="{FF2B5EF4-FFF2-40B4-BE49-F238E27FC236}">
                              <a16:creationId xmlns:a16="http://schemas.microsoft.com/office/drawing/2014/main" id="{350DC508-92DF-6EF8-F73D-AB12559B530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954481" y="2537052"/>
                          <a:ext cx="638755" cy="161582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3300" b="1" dirty="0"/>
                            <a:t>D</a:t>
                          </a:r>
                        </a:p>
                        <a:p>
                          <a:pPr algn="ctr"/>
                          <a:r>
                            <a:rPr lang="en-US" sz="3300" b="1" dirty="0"/>
                            <a:t>S</a:t>
                          </a:r>
                        </a:p>
                        <a:p>
                          <a:pPr algn="ctr"/>
                          <a:r>
                            <a:rPr lang="en-US" sz="3300" b="1" dirty="0"/>
                            <a:t>A</a:t>
                          </a:r>
                          <a:endParaRPr lang="vi-VN" sz="3300" b="1" dirty="0"/>
                        </a:p>
                      </p:txBody>
                    </p:sp>
                    <p:sp>
                      <p:nvSpPr>
                        <p:cNvPr id="129" name="TextBox 128">
                          <a:extLst>
                            <a:ext uri="{FF2B5EF4-FFF2-40B4-BE49-F238E27FC236}">
                              <a16:creationId xmlns:a16="http://schemas.microsoft.com/office/drawing/2014/main" id="{83A7AC56-686B-16F0-B4C5-76090E9977C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289229" y="2960040"/>
                          <a:ext cx="1738023" cy="80021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300" b="1" dirty="0"/>
                            <a:t>Data</a:t>
                          </a:r>
                        </a:p>
                        <a:p>
                          <a:r>
                            <a:rPr lang="en-US" sz="2300" b="1" dirty="0"/>
                            <a:t>Structure</a:t>
                          </a:r>
                          <a:endParaRPr lang="vi-VN" sz="2300" b="1" dirty="0"/>
                        </a:p>
                      </p:txBody>
                    </p:sp>
                    <p:sp>
                      <p:nvSpPr>
                        <p:cNvPr id="130" name="TextBox 129">
                          <a:extLst>
                            <a:ext uri="{FF2B5EF4-FFF2-40B4-BE49-F238E27FC236}">
                              <a16:creationId xmlns:a16="http://schemas.microsoft.com/office/drawing/2014/main" id="{86843091-BE31-C38E-1CFB-E95D448D41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907989" y="3129249"/>
                          <a:ext cx="1738023" cy="44627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300" b="1" dirty="0"/>
                            <a:t>Algorithm</a:t>
                          </a:r>
                          <a:endParaRPr lang="vi-VN" sz="2300" b="1" dirty="0"/>
                        </a:p>
                      </p:txBody>
                    </p:sp>
                    <p:cxnSp>
                      <p:nvCxnSpPr>
                        <p:cNvPr id="131" name="Google Shape;9247;p56">
                          <a:extLst>
                            <a:ext uri="{FF2B5EF4-FFF2-40B4-BE49-F238E27FC236}">
                              <a16:creationId xmlns:a16="http://schemas.microsoft.com/office/drawing/2014/main" id="{1ED71CF7-1A29-B4E3-EABA-8E70074F68E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178771" y="4939757"/>
                          <a:ext cx="1881476" cy="726339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32" name="Google Shape;9244;p56">
                          <a:extLst>
                            <a:ext uri="{FF2B5EF4-FFF2-40B4-BE49-F238E27FC236}">
                              <a16:creationId xmlns:a16="http://schemas.microsoft.com/office/drawing/2014/main" id="{1D16F26C-F416-B3DB-F732-2C4BF4EBC98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3286452" y="1129501"/>
                          <a:ext cx="1759031" cy="675948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33" name="Google Shape;9253;p56">
                          <a:extLst>
                            <a:ext uri="{FF2B5EF4-FFF2-40B4-BE49-F238E27FC236}">
                              <a16:creationId xmlns:a16="http://schemas.microsoft.com/office/drawing/2014/main" id="{79410C9D-16BE-BCEB-273C-47C7B349418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1352071" y="2958516"/>
                          <a:ext cx="2262910" cy="45099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34" name="Google Shape;9253;p56">
                          <a:extLst>
                            <a:ext uri="{FF2B5EF4-FFF2-40B4-BE49-F238E27FC236}">
                              <a16:creationId xmlns:a16="http://schemas.microsoft.com/office/drawing/2014/main" id="{14FDE57D-92E1-FA55-5511-2EE1D89F976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 flipV="1">
                          <a:off x="1331874" y="3736092"/>
                          <a:ext cx="2304736" cy="47850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35" name="Google Shape;9253;p56">
                          <a:extLst>
                            <a:ext uri="{FF2B5EF4-FFF2-40B4-BE49-F238E27FC236}">
                              <a16:creationId xmlns:a16="http://schemas.microsoft.com/office/drawing/2014/main" id="{8864D555-585D-8AEC-7578-0665138D5B5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1689269" y="2274246"/>
                          <a:ext cx="2255652" cy="175669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36" name="Google Shape;9253;p56">
                          <a:extLst>
                            <a:ext uri="{FF2B5EF4-FFF2-40B4-BE49-F238E27FC236}">
                              <a16:creationId xmlns:a16="http://schemas.microsoft.com/office/drawing/2014/main" id="{4AA78971-665E-8F45-B077-2BE6AF4DB86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 flipV="1">
                          <a:off x="1618145" y="4297757"/>
                          <a:ext cx="2364343" cy="178933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37" name="Google Shape;9247;p56">
                          <a:extLst>
                            <a:ext uri="{FF2B5EF4-FFF2-40B4-BE49-F238E27FC236}">
                              <a16:creationId xmlns:a16="http://schemas.microsoft.com/office/drawing/2014/main" id="{FCB312FC-21D0-1B9A-C987-6EF7157BBAA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241842" y="5078467"/>
                          <a:ext cx="1407069" cy="914393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38" name="Google Shape;9253;p56">
                          <a:extLst>
                            <a:ext uri="{FF2B5EF4-FFF2-40B4-BE49-F238E27FC236}">
                              <a16:creationId xmlns:a16="http://schemas.microsoft.com/office/drawing/2014/main" id="{2D50B692-4C2A-AC42-26C6-8A0E67231BA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 flipV="1">
                          <a:off x="2237624" y="4698987"/>
                          <a:ext cx="2234459" cy="405561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39" name="Google Shape;9253;p56">
                          <a:extLst>
                            <a:ext uri="{FF2B5EF4-FFF2-40B4-BE49-F238E27FC236}">
                              <a16:creationId xmlns:a16="http://schemas.microsoft.com/office/drawing/2014/main" id="{687C49EF-7502-74FE-9811-37582C6025E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2345568" y="1637881"/>
                          <a:ext cx="2135908" cy="419584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40" name="Google Shape;9244;p56">
                          <a:extLst>
                            <a:ext uri="{FF2B5EF4-FFF2-40B4-BE49-F238E27FC236}">
                              <a16:creationId xmlns:a16="http://schemas.microsoft.com/office/drawing/2014/main" id="{5D1605F6-25C6-6A0F-6EBE-ED45CBB3263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4148482" y="793397"/>
                          <a:ext cx="1505864" cy="864816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19050" cap="flat" cmpd="sng">
                          <a:solidFill>
                            <a:srgbClr val="869FB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grpSp>
                      <p:nvGrpSpPr>
                        <p:cNvPr id="141" name="Group 140">
                          <a:extLst>
                            <a:ext uri="{FF2B5EF4-FFF2-40B4-BE49-F238E27FC236}">
                              <a16:creationId xmlns:a16="http://schemas.microsoft.com/office/drawing/2014/main" id="{FF1BA671-7340-C09E-5020-C601A7BC323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6888548" y="763384"/>
                          <a:ext cx="4360430" cy="5199463"/>
                          <a:chOff x="2091166" y="940692"/>
                          <a:chExt cx="4360430" cy="5199463"/>
                        </a:xfrm>
                      </p:grpSpPr>
                      <p:cxnSp>
                        <p:nvCxnSpPr>
                          <p:cNvPr id="142" name="Google Shape;9247;p56">
                            <a:extLst>
                              <a:ext uri="{FF2B5EF4-FFF2-40B4-BE49-F238E27FC236}">
                                <a16:creationId xmlns:a16="http://schemas.microsoft.com/office/drawing/2014/main" id="{0CEBF01C-6F3B-E582-2D43-A1DDF6C403F2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4004996" y="5098277"/>
                            <a:ext cx="1881476" cy="726339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43" name="Google Shape;9244;p56">
                            <a:extLst>
                              <a:ext uri="{FF2B5EF4-FFF2-40B4-BE49-F238E27FC236}">
                                <a16:creationId xmlns:a16="http://schemas.microsoft.com/office/drawing/2014/main" id="{2B9AFD2C-0011-4A2A-C703-3F754E78353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rot="10800000">
                            <a:off x="4083703" y="1276796"/>
                            <a:ext cx="1759031" cy="675948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44" name="Google Shape;9253;p56">
                            <a:extLst>
                              <a:ext uri="{FF2B5EF4-FFF2-40B4-BE49-F238E27FC236}">
                                <a16:creationId xmlns:a16="http://schemas.microsoft.com/office/drawing/2014/main" id="{FF72E1D7-D996-A4BB-E42C-20292CD7C51B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rot="10800000">
                            <a:off x="2091166" y="3054211"/>
                            <a:ext cx="2321063" cy="96699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45" name="Google Shape;9253;p56">
                            <a:extLst>
                              <a:ext uri="{FF2B5EF4-FFF2-40B4-BE49-F238E27FC236}">
                                <a16:creationId xmlns:a16="http://schemas.microsoft.com/office/drawing/2014/main" id="{88B3B327-9882-B28F-3175-B948969F00D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rot="10800000" flipV="1">
                            <a:off x="2099305" y="3883387"/>
                            <a:ext cx="2334549" cy="90837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46" name="Google Shape;9253;p56">
                            <a:extLst>
                              <a:ext uri="{FF2B5EF4-FFF2-40B4-BE49-F238E27FC236}">
                                <a16:creationId xmlns:a16="http://schemas.microsoft.com/office/drawing/2014/main" id="{D466B986-74EB-0F16-E4CA-D75DE1BC096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rot="10800000">
                            <a:off x="2486520" y="2421541"/>
                            <a:ext cx="2255652" cy="175669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47" name="Google Shape;9253;p56">
                            <a:extLst>
                              <a:ext uri="{FF2B5EF4-FFF2-40B4-BE49-F238E27FC236}">
                                <a16:creationId xmlns:a16="http://schemas.microsoft.com/office/drawing/2014/main" id="{7325A1AC-3310-E0DB-2526-69F500E7FB4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rot="10800000" flipV="1">
                            <a:off x="2415396" y="4445050"/>
                            <a:ext cx="2364343" cy="178933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48" name="Google Shape;9247;p56">
                            <a:extLst>
                              <a:ext uri="{FF2B5EF4-FFF2-40B4-BE49-F238E27FC236}">
                                <a16:creationId xmlns:a16="http://schemas.microsoft.com/office/drawing/2014/main" id="{700866EF-B214-2A03-74DD-BE61B4745BE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5039094" y="5225762"/>
                            <a:ext cx="1407069" cy="914393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49" name="Google Shape;9253;p56">
                            <a:extLst>
                              <a:ext uri="{FF2B5EF4-FFF2-40B4-BE49-F238E27FC236}">
                                <a16:creationId xmlns:a16="http://schemas.microsoft.com/office/drawing/2014/main" id="{5414A430-E82D-E96F-D08E-0DCDD0ABF7A6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rot="10800000" flipV="1">
                            <a:off x="3034875" y="4846282"/>
                            <a:ext cx="2234459" cy="405561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50" name="Google Shape;9253;p56">
                            <a:extLst>
                              <a:ext uri="{FF2B5EF4-FFF2-40B4-BE49-F238E27FC236}">
                                <a16:creationId xmlns:a16="http://schemas.microsoft.com/office/drawing/2014/main" id="{B64D0B7A-5D20-49D9-D579-C242EA47FA5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rot="10800000">
                            <a:off x="3142818" y="1785176"/>
                            <a:ext cx="2135909" cy="419584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151" name="Google Shape;9244;p56">
                            <a:extLst>
                              <a:ext uri="{FF2B5EF4-FFF2-40B4-BE49-F238E27FC236}">
                                <a16:creationId xmlns:a16="http://schemas.microsoft.com/office/drawing/2014/main" id="{CE9595DE-9DC0-CB25-848C-C22DA3C81F7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rot="10800000">
                            <a:off x="4945733" y="940692"/>
                            <a:ext cx="1505863" cy="864816"/>
                          </a:xfrm>
                          <a:prstGeom prst="bentConnector3">
                            <a:avLst>
                              <a:gd name="adj1" fmla="val 50000"/>
                            </a:avLst>
                          </a:prstGeom>
                          <a:noFill/>
                          <a:ln w="19050" cap="flat" cmpd="sng">
                            <a:solidFill>
                              <a:srgbClr val="869FB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</p:grpSp>
                  </p:grpSp>
                </p:grpSp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88B79626-221D-26F3-1C32-8EA0EDE5FF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7923" y="552895"/>
                      <a:ext cx="3194654" cy="5836254"/>
                      <a:chOff x="997923" y="552895"/>
                      <a:chExt cx="3194654" cy="5836254"/>
                    </a:xfrm>
                  </p:grpSpPr>
                  <p:grpSp>
                    <p:nvGrpSpPr>
                      <p:cNvPr id="77" name="Group 76">
                        <a:extLst>
                          <a:ext uri="{FF2B5EF4-FFF2-40B4-BE49-F238E27FC236}">
                            <a16:creationId xmlns:a16="http://schemas.microsoft.com/office/drawing/2014/main" id="{72A8FB8D-F9D2-1095-E295-8D3329F958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97923" y="2012049"/>
                        <a:ext cx="1186471" cy="2834125"/>
                        <a:chOff x="997923" y="2012049"/>
                        <a:chExt cx="1186471" cy="2834125"/>
                      </a:xfrm>
                    </p:grpSpPr>
                    <p:grpSp>
                      <p:nvGrpSpPr>
                        <p:cNvPr id="120" name="Group 119">
                          <a:extLst>
                            <a:ext uri="{FF2B5EF4-FFF2-40B4-BE49-F238E27FC236}">
                              <a16:creationId xmlns:a16="http://schemas.microsoft.com/office/drawing/2014/main" id="{198C1B5F-1B34-3800-59E7-3CF5F241F6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5400000">
                          <a:off x="380642" y="3042422"/>
                          <a:ext cx="2834125" cy="773379"/>
                          <a:chOff x="1861698" y="1720747"/>
                          <a:chExt cx="7886931" cy="2106443"/>
                        </a:xfrm>
                      </p:grpSpPr>
                      <p:sp>
                        <p:nvSpPr>
                          <p:cNvPr id="123" name="Oval 5">
                            <a:extLst>
                              <a:ext uri="{FF2B5EF4-FFF2-40B4-BE49-F238E27FC236}">
                                <a16:creationId xmlns:a16="http://schemas.microsoft.com/office/drawing/2014/main" id="{2DF38BB7-6882-7863-A6CC-AA56ADDC8CDA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61698" y="1720747"/>
                            <a:ext cx="1967898" cy="1970992"/>
                          </a:xfrm>
                          <a:prstGeom prst="ellipse">
                            <a:avLst/>
                          </a:prstGeom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n w="38100" cap="flat">
                            <a:noFill/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vert="horz" wrap="square" lIns="91440" tIns="45720" rIns="91440" bIns="45720" numCol="1" anchor="t" anchorCtr="0" compatLnSpc="1"/>
                          <a:lstStyle/>
                          <a:p>
                            <a:endParaRPr lang="zh-CN" altLang="en-US">
                              <a:cs typeface="+mn-ea"/>
                              <a:sym typeface="+mn-lt"/>
                            </a:endParaRPr>
                          </a:p>
                        </p:txBody>
                      </p:sp>
                      <p:sp>
                        <p:nvSpPr>
                          <p:cNvPr id="124" name="Oval 9">
                            <a:extLst>
                              <a:ext uri="{FF2B5EF4-FFF2-40B4-BE49-F238E27FC236}">
                                <a16:creationId xmlns:a16="http://schemas.microsoft.com/office/drawing/2014/main" id="{D83BA9C5-F026-58CD-1DE8-3403058C2EB1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 rot="16200000">
                            <a:off x="7780208" y="1858770"/>
                            <a:ext cx="1923035" cy="2013806"/>
                          </a:xfrm>
                          <a:prstGeom prst="ellipse">
                            <a:avLst/>
                          </a:prstGeom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n w="38100" cap="flat">
                            <a:noFill/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vert="horz" wrap="square" lIns="91440" tIns="45720" rIns="91440" bIns="45720" numCol="1" anchor="t" anchorCtr="0" compatLnSpc="1"/>
                          <a:lstStyle/>
                          <a:p>
                            <a:endParaRPr lang="zh-CN" altLang="en-US" dirty="0">
                              <a:latin typeface="+mn-lt"/>
                              <a:ea typeface="+mn-ea"/>
                              <a:cs typeface="+mn-ea"/>
                              <a:sym typeface="+mn-lt"/>
                            </a:endParaRPr>
                          </a:p>
                        </p:txBody>
                      </p:sp>
                    </p:grpSp>
                    <p:sp>
                      <p:nvSpPr>
                        <p:cNvPr id="121" name="Oval 9">
                          <a:extLst>
                            <a:ext uri="{FF2B5EF4-FFF2-40B4-BE49-F238E27FC236}">
                              <a16:creationId xmlns:a16="http://schemas.microsoft.com/office/drawing/2014/main" id="{E5B11418-3C36-0309-BBEF-AB031109F98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006727" y="3444983"/>
                          <a:ext cx="706041" cy="723650"/>
                        </a:xfrm>
                        <a:prstGeom prst="ellipse">
                          <a:avLst/>
                        </a:prstGeom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n w="38100" cap="flat">
                          <a:noFill/>
                          <a:prstDash val="solid"/>
                          <a:miter lim="800000"/>
                        </a:ln>
                        <a:effectLst/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dirty="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22" name="Oval 9">
                          <a:extLst>
                            <a:ext uri="{FF2B5EF4-FFF2-40B4-BE49-F238E27FC236}">
                              <a16:creationId xmlns:a16="http://schemas.microsoft.com/office/drawing/2014/main" id="{8F4277C3-72BD-AA4E-723B-12C85738534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010266" y="2647042"/>
                          <a:ext cx="706041" cy="723650"/>
                        </a:xfrm>
                        <a:prstGeom prst="ellipse">
                          <a:avLst/>
                        </a:prstGeom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n w="38100" cap="flat">
                          <a:noFill/>
                          <a:prstDash val="solid"/>
                          <a:miter lim="800000"/>
                        </a:ln>
                        <a:effectLst/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dirty="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78" name="Group 77">
                        <a:extLst>
                          <a:ext uri="{FF2B5EF4-FFF2-40B4-BE49-F238E27FC236}">
                            <a16:creationId xmlns:a16="http://schemas.microsoft.com/office/drawing/2014/main" id="{6169B311-A5D2-499F-47D1-CE3C5D277F5F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9705473">
                        <a:off x="1519753" y="4033757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117" name="Oval 16">
                          <a:extLst>
                            <a:ext uri="{FF2B5EF4-FFF2-40B4-BE49-F238E27FC236}">
                              <a16:creationId xmlns:a16="http://schemas.microsoft.com/office/drawing/2014/main" id="{3E3FE499-0D19-7325-5B8F-0F18C21BAFA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18" name="Oval 17">
                          <a:extLst>
                            <a:ext uri="{FF2B5EF4-FFF2-40B4-BE49-F238E27FC236}">
                              <a16:creationId xmlns:a16="http://schemas.microsoft.com/office/drawing/2014/main" id="{23436B03-CEDF-F018-A35B-5DD000585FF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19" name="Freeform 18">
                          <a:extLst>
                            <a:ext uri="{FF2B5EF4-FFF2-40B4-BE49-F238E27FC236}">
                              <a16:creationId xmlns:a16="http://schemas.microsoft.com/office/drawing/2014/main" id="{99635A5F-AFF5-BA15-9A39-FD070A8DB40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79" name="Group 78">
                        <a:extLst>
                          <a:ext uri="{FF2B5EF4-FFF2-40B4-BE49-F238E27FC236}">
                            <a16:creationId xmlns:a16="http://schemas.microsoft.com/office/drawing/2014/main" id="{F1CB64A2-947A-8166-2F06-EA00CECB649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321213" y="3288612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114" name="Oval 16">
                          <a:extLst>
                            <a:ext uri="{FF2B5EF4-FFF2-40B4-BE49-F238E27FC236}">
                              <a16:creationId xmlns:a16="http://schemas.microsoft.com/office/drawing/2014/main" id="{0503FFFE-A72A-DF98-AC5F-795341B5961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15" name="Oval 17">
                          <a:extLst>
                            <a:ext uri="{FF2B5EF4-FFF2-40B4-BE49-F238E27FC236}">
                              <a16:creationId xmlns:a16="http://schemas.microsoft.com/office/drawing/2014/main" id="{77781D2E-4F2B-3AB2-0141-85212C35B5F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16" name="Freeform 18">
                          <a:extLst>
                            <a:ext uri="{FF2B5EF4-FFF2-40B4-BE49-F238E27FC236}">
                              <a16:creationId xmlns:a16="http://schemas.microsoft.com/office/drawing/2014/main" id="{E7DB8260-C85C-8192-CA4E-AAE88983E95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80" name="Group 79">
                        <a:extLst>
                          <a:ext uri="{FF2B5EF4-FFF2-40B4-BE49-F238E27FC236}">
                            <a16:creationId xmlns:a16="http://schemas.microsoft.com/office/drawing/2014/main" id="{0A72E3FD-D54C-E658-157B-562E4E7D1BA2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2108836">
                        <a:off x="1545291" y="2555064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111" name="Oval 16">
                          <a:extLst>
                            <a:ext uri="{FF2B5EF4-FFF2-40B4-BE49-F238E27FC236}">
                              <a16:creationId xmlns:a16="http://schemas.microsoft.com/office/drawing/2014/main" id="{AE22B4B1-8F83-DF50-6F32-15FB6A525CE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12" name="Oval 17">
                          <a:extLst>
                            <a:ext uri="{FF2B5EF4-FFF2-40B4-BE49-F238E27FC236}">
                              <a16:creationId xmlns:a16="http://schemas.microsoft.com/office/drawing/2014/main" id="{93A9B4FB-3D1B-E385-F718-D42808BC2C9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13" name="Freeform 18">
                          <a:extLst>
                            <a:ext uri="{FF2B5EF4-FFF2-40B4-BE49-F238E27FC236}">
                              <a16:creationId xmlns:a16="http://schemas.microsoft.com/office/drawing/2014/main" id="{630A6F52-ECF4-84D3-C3F3-901490B51F4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sp>
                    <p:nvSpPr>
                      <p:cNvPr id="81" name="Oval 5">
                        <a:extLst>
                          <a:ext uri="{FF2B5EF4-FFF2-40B4-BE49-F238E27FC236}">
                            <a16:creationId xmlns:a16="http://schemas.microsoft.com/office/drawing/2014/main" id="{E3B0136E-474D-E461-DA69-B6A7646CC83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1972670" y="1411784"/>
                        <a:ext cx="707153" cy="72364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2" name="Oval 9">
                        <a:extLst>
                          <a:ext uri="{FF2B5EF4-FFF2-40B4-BE49-F238E27FC236}">
                            <a16:creationId xmlns:a16="http://schemas.microsoft.com/office/drawing/2014/main" id="{63BDC7AC-F824-2F9E-5188-A0CE963A276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14692" y="4710332"/>
                        <a:ext cx="706041" cy="723650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 dirty="0">
                          <a:latin typeface="+mn-lt"/>
                          <a:ea typeface="+mn-ea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3" name="Oval 5">
                        <a:extLst>
                          <a:ext uri="{FF2B5EF4-FFF2-40B4-BE49-F238E27FC236}">
                            <a16:creationId xmlns:a16="http://schemas.microsoft.com/office/drawing/2014/main" id="{00A51F5A-4ED3-E584-EB8D-A222246A9CB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2714744" y="929557"/>
                        <a:ext cx="707153" cy="72364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4" name="Oval 9">
                        <a:extLst>
                          <a:ext uri="{FF2B5EF4-FFF2-40B4-BE49-F238E27FC236}">
                            <a16:creationId xmlns:a16="http://schemas.microsoft.com/office/drawing/2014/main" id="{E0FB1B19-20E3-6318-82CC-C68DBB8D80B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56766" y="5258789"/>
                        <a:ext cx="706041" cy="723650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 dirty="0">
                          <a:latin typeface="+mn-lt"/>
                          <a:ea typeface="+mn-ea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5" name="Oval 5">
                        <a:extLst>
                          <a:ext uri="{FF2B5EF4-FFF2-40B4-BE49-F238E27FC236}">
                            <a16:creationId xmlns:a16="http://schemas.microsoft.com/office/drawing/2014/main" id="{D3827FAD-FF4C-F5C3-01BA-45256135915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3477176" y="544648"/>
                        <a:ext cx="707153" cy="72364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 dirty="0"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6" name="Oval 9">
                        <a:extLst>
                          <a:ext uri="{FF2B5EF4-FFF2-40B4-BE49-F238E27FC236}">
                            <a16:creationId xmlns:a16="http://schemas.microsoft.com/office/drawing/2014/main" id="{CD02E554-CE84-1912-E6ED-1517A68E572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19198" y="5665499"/>
                        <a:ext cx="706041" cy="723650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 dirty="0">
                          <a:latin typeface="+mn-lt"/>
                          <a:ea typeface="+mn-ea"/>
                          <a:cs typeface="+mn-ea"/>
                          <a:sym typeface="+mn-lt"/>
                        </a:endParaRPr>
                      </a:p>
                    </p:txBody>
                  </p:sp>
                  <p:grpSp>
                    <p:nvGrpSpPr>
                      <p:cNvPr id="87" name="Group 86">
                        <a:extLst>
                          <a:ext uri="{FF2B5EF4-FFF2-40B4-BE49-F238E27FC236}">
                            <a16:creationId xmlns:a16="http://schemas.microsoft.com/office/drawing/2014/main" id="{8D8B4370-8ABD-B511-255F-473F36832B7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9259711">
                        <a:off x="1989464" y="4654905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108" name="Oval 16">
                          <a:extLst>
                            <a:ext uri="{FF2B5EF4-FFF2-40B4-BE49-F238E27FC236}">
                              <a16:creationId xmlns:a16="http://schemas.microsoft.com/office/drawing/2014/main" id="{13E97CC0-F786-790E-DA29-362DC2E84DD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09" name="Oval 17">
                          <a:extLst>
                            <a:ext uri="{FF2B5EF4-FFF2-40B4-BE49-F238E27FC236}">
                              <a16:creationId xmlns:a16="http://schemas.microsoft.com/office/drawing/2014/main" id="{937ED82A-63EB-6B9F-B842-B5475DC05A6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10" name="Freeform 18">
                          <a:extLst>
                            <a:ext uri="{FF2B5EF4-FFF2-40B4-BE49-F238E27FC236}">
                              <a16:creationId xmlns:a16="http://schemas.microsoft.com/office/drawing/2014/main" id="{C4946D81-53B0-B77D-BD3A-98DF2339827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88" name="Group 87">
                        <a:extLst>
                          <a:ext uri="{FF2B5EF4-FFF2-40B4-BE49-F238E27FC236}">
                            <a16:creationId xmlns:a16="http://schemas.microsoft.com/office/drawing/2014/main" id="{A15F5904-700F-B8C7-7222-439FAC74490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340309">
                        <a:off x="2617003" y="5183283"/>
                        <a:ext cx="47338" cy="356085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105" name="Oval 16">
                          <a:extLst>
                            <a:ext uri="{FF2B5EF4-FFF2-40B4-BE49-F238E27FC236}">
                              <a16:creationId xmlns:a16="http://schemas.microsoft.com/office/drawing/2014/main" id="{150EB040-33D0-4144-018A-D2C8228C48F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06" name="Oval 17">
                          <a:extLst>
                            <a:ext uri="{FF2B5EF4-FFF2-40B4-BE49-F238E27FC236}">
                              <a16:creationId xmlns:a16="http://schemas.microsoft.com/office/drawing/2014/main" id="{6798F639-9ECA-0FEB-0D9A-E81B1C68423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07" name="Freeform 18">
                          <a:extLst>
                            <a:ext uri="{FF2B5EF4-FFF2-40B4-BE49-F238E27FC236}">
                              <a16:creationId xmlns:a16="http://schemas.microsoft.com/office/drawing/2014/main" id="{1A5FF1A3-40BF-48BF-E396-7F3991CBE22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BDED306C-45F2-94B8-A1CE-185BF7CD59BF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7862538">
                        <a:off x="3371312" y="5666092"/>
                        <a:ext cx="47338" cy="356085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102" name="Oval 16">
                          <a:extLst>
                            <a:ext uri="{FF2B5EF4-FFF2-40B4-BE49-F238E27FC236}">
                              <a16:creationId xmlns:a16="http://schemas.microsoft.com/office/drawing/2014/main" id="{169D192B-6F2F-8A96-329C-D73A8ECF5B1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03" name="Oval 17">
                          <a:extLst>
                            <a:ext uri="{FF2B5EF4-FFF2-40B4-BE49-F238E27FC236}">
                              <a16:creationId xmlns:a16="http://schemas.microsoft.com/office/drawing/2014/main" id="{27EC04AA-BE40-2FEF-A9E0-7DA80056756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04" name="Freeform 18">
                          <a:extLst>
                            <a:ext uri="{FF2B5EF4-FFF2-40B4-BE49-F238E27FC236}">
                              <a16:creationId xmlns:a16="http://schemas.microsoft.com/office/drawing/2014/main" id="{633CAF6E-0B3D-89EC-DE71-5A77B393C23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5BE7B801-A787-8502-F15B-BCC0B6965E2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2481765">
                        <a:off x="2046425" y="1934057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99" name="Oval 16">
                          <a:extLst>
                            <a:ext uri="{FF2B5EF4-FFF2-40B4-BE49-F238E27FC236}">
                              <a16:creationId xmlns:a16="http://schemas.microsoft.com/office/drawing/2014/main" id="{FFDA4987-125C-180F-4BA3-12135314B7D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00" name="Oval 17">
                          <a:extLst>
                            <a:ext uri="{FF2B5EF4-FFF2-40B4-BE49-F238E27FC236}">
                              <a16:creationId xmlns:a16="http://schemas.microsoft.com/office/drawing/2014/main" id="{D91C97EB-461B-A2BF-B503-E6E59E752ED1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101" name="Freeform 18">
                          <a:extLst>
                            <a:ext uri="{FF2B5EF4-FFF2-40B4-BE49-F238E27FC236}">
                              <a16:creationId xmlns:a16="http://schemas.microsoft.com/office/drawing/2014/main" id="{C918C693-DA45-9D0B-98FC-A45040685F8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91" name="Group 90">
                        <a:extLst>
                          <a:ext uri="{FF2B5EF4-FFF2-40B4-BE49-F238E27FC236}">
                            <a16:creationId xmlns:a16="http://schemas.microsoft.com/office/drawing/2014/main" id="{12911D15-C529-4C41-FC86-4355F876F732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297796">
                        <a:off x="2664402" y="1331190"/>
                        <a:ext cx="47338" cy="356085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96" name="Oval 16">
                          <a:extLst>
                            <a:ext uri="{FF2B5EF4-FFF2-40B4-BE49-F238E27FC236}">
                              <a16:creationId xmlns:a16="http://schemas.microsoft.com/office/drawing/2014/main" id="{0B818839-0722-AB0A-8289-D88B2AE6AB1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97" name="Oval 17">
                          <a:extLst>
                            <a:ext uri="{FF2B5EF4-FFF2-40B4-BE49-F238E27FC236}">
                              <a16:creationId xmlns:a16="http://schemas.microsoft.com/office/drawing/2014/main" id="{56C7EA83-450A-0DA9-D3B7-ACF598447FE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98" name="Freeform 18">
                          <a:extLst>
                            <a:ext uri="{FF2B5EF4-FFF2-40B4-BE49-F238E27FC236}">
                              <a16:creationId xmlns:a16="http://schemas.microsoft.com/office/drawing/2014/main" id="{669FE2E2-42FE-AFC5-F906-98F16EF9D5C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92" name="Group 91">
                        <a:extLst>
                          <a:ext uri="{FF2B5EF4-FFF2-40B4-BE49-F238E27FC236}">
                            <a16:creationId xmlns:a16="http://schemas.microsoft.com/office/drawing/2014/main" id="{6432EC44-A5B8-25F8-9B31-C7274C68CF2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722164">
                        <a:off x="3412456" y="898480"/>
                        <a:ext cx="47338" cy="356085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93" name="Oval 16">
                          <a:extLst>
                            <a:ext uri="{FF2B5EF4-FFF2-40B4-BE49-F238E27FC236}">
                              <a16:creationId xmlns:a16="http://schemas.microsoft.com/office/drawing/2014/main" id="{9E8D02A8-39C5-B632-C720-2C8125693489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94" name="Oval 17">
                          <a:extLst>
                            <a:ext uri="{FF2B5EF4-FFF2-40B4-BE49-F238E27FC236}">
                              <a16:creationId xmlns:a16="http://schemas.microsoft.com/office/drawing/2014/main" id="{028ED757-D62F-5566-CD09-3400FEB6E0B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95" name="Freeform 18">
                          <a:extLst>
                            <a:ext uri="{FF2B5EF4-FFF2-40B4-BE49-F238E27FC236}">
                              <a16:creationId xmlns:a16="http://schemas.microsoft.com/office/drawing/2014/main" id="{AEE30D61-43BD-0D1A-96A6-6769700A89B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8" name="Group 27">
                      <a:extLst>
                        <a:ext uri="{FF2B5EF4-FFF2-40B4-BE49-F238E27FC236}">
                          <a16:creationId xmlns:a16="http://schemas.microsoft.com/office/drawing/2014/main" id="{D78034B7-960F-F92A-426C-6FA2CD1D0982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7956375" y="484224"/>
                      <a:ext cx="3158073" cy="5859354"/>
                      <a:chOff x="997923" y="529795"/>
                      <a:chExt cx="3158073" cy="5859354"/>
                    </a:xfrm>
                  </p:grpSpPr>
                  <p:grpSp>
                    <p:nvGrpSpPr>
                      <p:cNvPr id="29" name="Group 28">
                        <a:extLst>
                          <a:ext uri="{FF2B5EF4-FFF2-40B4-BE49-F238E27FC236}">
                            <a16:creationId xmlns:a16="http://schemas.microsoft.com/office/drawing/2014/main" id="{1A4B4AB0-EDD2-DBBF-BF68-E61C33F16D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97923" y="2012049"/>
                        <a:ext cx="1170188" cy="2834125"/>
                        <a:chOff x="997923" y="2012049"/>
                        <a:chExt cx="1170188" cy="2834125"/>
                      </a:xfrm>
                    </p:grpSpPr>
                    <p:grpSp>
                      <p:nvGrpSpPr>
                        <p:cNvPr id="72" name="Group 71">
                          <a:extLst>
                            <a:ext uri="{FF2B5EF4-FFF2-40B4-BE49-F238E27FC236}">
                              <a16:creationId xmlns:a16="http://schemas.microsoft.com/office/drawing/2014/main" id="{CECE7747-C585-2CAF-08C2-73CF046845A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5400000">
                          <a:off x="372500" y="3050564"/>
                          <a:ext cx="2834125" cy="757096"/>
                          <a:chOff x="1861699" y="1765098"/>
                          <a:chExt cx="7886930" cy="2062092"/>
                        </a:xfrm>
                      </p:grpSpPr>
                      <p:sp>
                        <p:nvSpPr>
                          <p:cNvPr id="75" name="Oval 5">
                            <a:extLst>
                              <a:ext uri="{FF2B5EF4-FFF2-40B4-BE49-F238E27FC236}">
                                <a16:creationId xmlns:a16="http://schemas.microsoft.com/office/drawing/2014/main" id="{9B6D77FE-3AE1-2351-FACA-BB9186D4B899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61699" y="1765098"/>
                            <a:ext cx="1967897" cy="1970991"/>
                          </a:xfrm>
                          <a:prstGeom prst="ellipse">
                            <a:avLst/>
                          </a:prstGeom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n w="38100" cap="flat">
                            <a:noFill/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vert="horz" wrap="square" lIns="91440" tIns="45720" rIns="91440" bIns="45720" numCol="1" anchor="t" anchorCtr="0" compatLnSpc="1"/>
                          <a:lstStyle/>
                          <a:p>
                            <a:endParaRPr lang="zh-CN" altLang="en-US">
                              <a:cs typeface="+mn-ea"/>
                              <a:sym typeface="+mn-lt"/>
                            </a:endParaRPr>
                          </a:p>
                        </p:txBody>
                      </p:sp>
                      <p:sp>
                        <p:nvSpPr>
                          <p:cNvPr id="76" name="Oval 9">
                            <a:extLst>
                              <a:ext uri="{FF2B5EF4-FFF2-40B4-BE49-F238E27FC236}">
                                <a16:creationId xmlns:a16="http://schemas.microsoft.com/office/drawing/2014/main" id="{A7E44148-528E-AF06-6C25-03AA67847B04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 rot="16200000">
                            <a:off x="7780208" y="1858770"/>
                            <a:ext cx="1923035" cy="2013806"/>
                          </a:xfrm>
                          <a:prstGeom prst="ellipse">
                            <a:avLst/>
                          </a:prstGeom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n w="38100" cap="flat">
                            <a:noFill/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vert="horz" wrap="square" lIns="91440" tIns="45720" rIns="91440" bIns="45720" numCol="1" anchor="t" anchorCtr="0" compatLnSpc="1"/>
                          <a:lstStyle/>
                          <a:p>
                            <a:endParaRPr lang="zh-CN" altLang="en-US" dirty="0">
                              <a:latin typeface="+mn-lt"/>
                              <a:ea typeface="+mn-ea"/>
                              <a:cs typeface="+mn-ea"/>
                              <a:sym typeface="+mn-lt"/>
                            </a:endParaRPr>
                          </a:p>
                        </p:txBody>
                      </p:sp>
                    </p:grpSp>
                    <p:sp>
                      <p:nvSpPr>
                        <p:cNvPr id="73" name="Oval 9">
                          <a:extLst>
                            <a:ext uri="{FF2B5EF4-FFF2-40B4-BE49-F238E27FC236}">
                              <a16:creationId xmlns:a16="http://schemas.microsoft.com/office/drawing/2014/main" id="{B65DD8C9-932B-7840-9E21-84A565132DD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006727" y="3444983"/>
                          <a:ext cx="706041" cy="723650"/>
                        </a:xfrm>
                        <a:prstGeom prst="ellipse">
                          <a:avLst/>
                        </a:prstGeom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n w="38100" cap="flat">
                          <a:noFill/>
                          <a:prstDash val="solid"/>
                          <a:miter lim="800000"/>
                        </a:ln>
                        <a:effectLst/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dirty="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74" name="Oval 9">
                          <a:extLst>
                            <a:ext uri="{FF2B5EF4-FFF2-40B4-BE49-F238E27FC236}">
                              <a16:creationId xmlns:a16="http://schemas.microsoft.com/office/drawing/2014/main" id="{5B78EFCF-464A-B566-E07D-74F22CD3B54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010266" y="2647042"/>
                          <a:ext cx="706041" cy="723650"/>
                        </a:xfrm>
                        <a:prstGeom prst="ellipse">
                          <a:avLst/>
                        </a:prstGeom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n w="38100" cap="flat">
                          <a:noFill/>
                          <a:prstDash val="solid"/>
                          <a:miter lim="800000"/>
                        </a:ln>
                        <a:effectLst/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dirty="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30" name="Group 29">
                        <a:extLst>
                          <a:ext uri="{FF2B5EF4-FFF2-40B4-BE49-F238E27FC236}">
                            <a16:creationId xmlns:a16="http://schemas.microsoft.com/office/drawing/2014/main" id="{D9D694FA-D02B-B21D-D124-3F5E86973E1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9705473">
                        <a:off x="1519753" y="4033757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69" name="Oval 16">
                          <a:extLst>
                            <a:ext uri="{FF2B5EF4-FFF2-40B4-BE49-F238E27FC236}">
                              <a16:creationId xmlns:a16="http://schemas.microsoft.com/office/drawing/2014/main" id="{EDFE10EF-A0CD-0260-6012-0CB394ACCED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70" name="Oval 17">
                          <a:extLst>
                            <a:ext uri="{FF2B5EF4-FFF2-40B4-BE49-F238E27FC236}">
                              <a16:creationId xmlns:a16="http://schemas.microsoft.com/office/drawing/2014/main" id="{5C70A3F1-292B-EDA9-7BFD-A2BB3092A2F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71" name="Freeform 18">
                          <a:extLst>
                            <a:ext uri="{FF2B5EF4-FFF2-40B4-BE49-F238E27FC236}">
                              <a16:creationId xmlns:a16="http://schemas.microsoft.com/office/drawing/2014/main" id="{6233B5E1-8E86-A349-2E95-50DA0C63C23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31" name="Group 30">
                        <a:extLst>
                          <a:ext uri="{FF2B5EF4-FFF2-40B4-BE49-F238E27FC236}">
                            <a16:creationId xmlns:a16="http://schemas.microsoft.com/office/drawing/2014/main" id="{611E3A58-37F7-6A89-1321-1347E88651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321213" y="3288612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66" name="Oval 16">
                          <a:extLst>
                            <a:ext uri="{FF2B5EF4-FFF2-40B4-BE49-F238E27FC236}">
                              <a16:creationId xmlns:a16="http://schemas.microsoft.com/office/drawing/2014/main" id="{3437C884-EBB5-A68D-B1C4-2B2ACA7585D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67" name="Oval 17">
                          <a:extLst>
                            <a:ext uri="{FF2B5EF4-FFF2-40B4-BE49-F238E27FC236}">
                              <a16:creationId xmlns:a16="http://schemas.microsoft.com/office/drawing/2014/main" id="{2DDEFB86-2E0F-2BCC-46DF-4F0504B4725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68" name="Freeform 18">
                          <a:extLst>
                            <a:ext uri="{FF2B5EF4-FFF2-40B4-BE49-F238E27FC236}">
                              <a16:creationId xmlns:a16="http://schemas.microsoft.com/office/drawing/2014/main" id="{B9A199AD-CCE6-6BB7-06D8-AD4576548E0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32" name="Group 31">
                        <a:extLst>
                          <a:ext uri="{FF2B5EF4-FFF2-40B4-BE49-F238E27FC236}">
                            <a16:creationId xmlns:a16="http://schemas.microsoft.com/office/drawing/2014/main" id="{CA0D99BB-7BBB-8C66-B148-4AE221F871E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2108836">
                        <a:off x="1545291" y="2555064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63" name="Oval 16">
                          <a:extLst>
                            <a:ext uri="{FF2B5EF4-FFF2-40B4-BE49-F238E27FC236}">
                              <a16:creationId xmlns:a16="http://schemas.microsoft.com/office/drawing/2014/main" id="{A334218E-05D2-B346-1767-EE601A464AE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64" name="Oval 17">
                          <a:extLst>
                            <a:ext uri="{FF2B5EF4-FFF2-40B4-BE49-F238E27FC236}">
                              <a16:creationId xmlns:a16="http://schemas.microsoft.com/office/drawing/2014/main" id="{FD46E961-4218-21EA-60A2-9808BD2F49C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65" name="Freeform 18">
                          <a:extLst>
                            <a:ext uri="{FF2B5EF4-FFF2-40B4-BE49-F238E27FC236}">
                              <a16:creationId xmlns:a16="http://schemas.microsoft.com/office/drawing/2014/main" id="{58C418DB-7BEB-1693-EBCB-595848D590F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sp>
                    <p:nvSpPr>
                      <p:cNvPr id="33" name="Oval 5">
                        <a:extLst>
                          <a:ext uri="{FF2B5EF4-FFF2-40B4-BE49-F238E27FC236}">
                            <a16:creationId xmlns:a16="http://schemas.microsoft.com/office/drawing/2014/main" id="{6059222D-7A09-97F3-4DB9-AF25C3DC2C1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1956387" y="1411784"/>
                        <a:ext cx="707153" cy="723648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34" name="Oval 9">
                        <a:extLst>
                          <a:ext uri="{FF2B5EF4-FFF2-40B4-BE49-F238E27FC236}">
                            <a16:creationId xmlns:a16="http://schemas.microsoft.com/office/drawing/2014/main" id="{4046DEE4-99B0-5D20-8E92-C6644EAC16F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14692" y="4710332"/>
                        <a:ext cx="706041" cy="723650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 dirty="0">
                          <a:latin typeface="+mn-lt"/>
                          <a:ea typeface="+mn-ea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35" name="Oval 5">
                        <a:extLst>
                          <a:ext uri="{FF2B5EF4-FFF2-40B4-BE49-F238E27FC236}">
                            <a16:creationId xmlns:a16="http://schemas.microsoft.com/office/drawing/2014/main" id="{03E827DB-F022-C59E-0906-DFA5005D60C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2698461" y="929557"/>
                        <a:ext cx="707153" cy="723648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36" name="Oval 9">
                        <a:extLst>
                          <a:ext uri="{FF2B5EF4-FFF2-40B4-BE49-F238E27FC236}">
                            <a16:creationId xmlns:a16="http://schemas.microsoft.com/office/drawing/2014/main" id="{F3A92290-6845-106F-69B2-92CA52F958B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56766" y="5258789"/>
                        <a:ext cx="706041" cy="723650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 dirty="0">
                          <a:latin typeface="+mn-lt"/>
                          <a:ea typeface="+mn-ea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37" name="Oval 5">
                        <a:extLst>
                          <a:ext uri="{FF2B5EF4-FFF2-40B4-BE49-F238E27FC236}">
                            <a16:creationId xmlns:a16="http://schemas.microsoft.com/office/drawing/2014/main" id="{1FB70BCF-A144-8C29-3B8D-32B452DC060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3440595" y="521548"/>
                        <a:ext cx="707153" cy="723648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38" name="Oval 9">
                        <a:extLst>
                          <a:ext uri="{FF2B5EF4-FFF2-40B4-BE49-F238E27FC236}">
                            <a16:creationId xmlns:a16="http://schemas.microsoft.com/office/drawing/2014/main" id="{B37A22D2-D37E-FCEA-18F4-355171D80FF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19198" y="5665499"/>
                        <a:ext cx="706041" cy="723650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n w="38100" cap="flat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 dirty="0">
                          <a:latin typeface="+mn-lt"/>
                          <a:ea typeface="+mn-ea"/>
                          <a:cs typeface="+mn-ea"/>
                          <a:sym typeface="+mn-lt"/>
                        </a:endParaRPr>
                      </a:p>
                    </p:txBody>
                  </p:sp>
                  <p:grpSp>
                    <p:nvGrpSpPr>
                      <p:cNvPr id="39" name="Group 38">
                        <a:extLst>
                          <a:ext uri="{FF2B5EF4-FFF2-40B4-BE49-F238E27FC236}">
                            <a16:creationId xmlns:a16="http://schemas.microsoft.com/office/drawing/2014/main" id="{54E251EA-DB56-719B-20E7-2325F4AF3D1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9259711">
                        <a:off x="1989464" y="4654905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60" name="Oval 16">
                          <a:extLst>
                            <a:ext uri="{FF2B5EF4-FFF2-40B4-BE49-F238E27FC236}">
                              <a16:creationId xmlns:a16="http://schemas.microsoft.com/office/drawing/2014/main" id="{88080F26-B38C-01DE-D9B1-014A4498DEA9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61" name="Oval 17">
                          <a:extLst>
                            <a:ext uri="{FF2B5EF4-FFF2-40B4-BE49-F238E27FC236}">
                              <a16:creationId xmlns:a16="http://schemas.microsoft.com/office/drawing/2014/main" id="{2C3F0F22-DA53-57A8-EE1C-7AC95836999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62" name="Freeform 18">
                          <a:extLst>
                            <a:ext uri="{FF2B5EF4-FFF2-40B4-BE49-F238E27FC236}">
                              <a16:creationId xmlns:a16="http://schemas.microsoft.com/office/drawing/2014/main" id="{83BAFAF7-3852-E6BE-1DBE-8D19F9CDA79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40" name="Group 39">
                        <a:extLst>
                          <a:ext uri="{FF2B5EF4-FFF2-40B4-BE49-F238E27FC236}">
                            <a16:creationId xmlns:a16="http://schemas.microsoft.com/office/drawing/2014/main" id="{6AA0D584-05C1-00E0-4B3A-15055E280101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340309">
                        <a:off x="2617003" y="5183283"/>
                        <a:ext cx="47338" cy="356085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57" name="Oval 16">
                          <a:extLst>
                            <a:ext uri="{FF2B5EF4-FFF2-40B4-BE49-F238E27FC236}">
                              <a16:creationId xmlns:a16="http://schemas.microsoft.com/office/drawing/2014/main" id="{E2E0EACF-35B3-2043-AFCE-F0A33019E23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58" name="Oval 17">
                          <a:extLst>
                            <a:ext uri="{FF2B5EF4-FFF2-40B4-BE49-F238E27FC236}">
                              <a16:creationId xmlns:a16="http://schemas.microsoft.com/office/drawing/2014/main" id="{302961CD-4920-E82C-1287-F6C977FBBA2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59" name="Freeform 18">
                          <a:extLst>
                            <a:ext uri="{FF2B5EF4-FFF2-40B4-BE49-F238E27FC236}">
                              <a16:creationId xmlns:a16="http://schemas.microsoft.com/office/drawing/2014/main" id="{43E443C1-E8B9-1062-7362-C1949F95A6A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D98AE868-B03A-2111-075C-014E10EF788C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7862538">
                        <a:off x="3371312" y="5666092"/>
                        <a:ext cx="47338" cy="356085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54" name="Oval 16">
                          <a:extLst>
                            <a:ext uri="{FF2B5EF4-FFF2-40B4-BE49-F238E27FC236}">
                              <a16:creationId xmlns:a16="http://schemas.microsoft.com/office/drawing/2014/main" id="{A7DC7B27-9EF3-4050-A5D9-D540B2C09AB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55" name="Oval 17">
                          <a:extLst>
                            <a:ext uri="{FF2B5EF4-FFF2-40B4-BE49-F238E27FC236}">
                              <a16:creationId xmlns:a16="http://schemas.microsoft.com/office/drawing/2014/main" id="{B80FB1FA-7323-0753-60E5-EB8037558B7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56" name="Freeform 18">
                          <a:extLst>
                            <a:ext uri="{FF2B5EF4-FFF2-40B4-BE49-F238E27FC236}">
                              <a16:creationId xmlns:a16="http://schemas.microsoft.com/office/drawing/2014/main" id="{3308E043-401E-227F-5E8E-FCFABB72CEFB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42" name="Group 41">
                        <a:extLst>
                          <a:ext uri="{FF2B5EF4-FFF2-40B4-BE49-F238E27FC236}">
                            <a16:creationId xmlns:a16="http://schemas.microsoft.com/office/drawing/2014/main" id="{6311138D-7CBA-3F25-BCA3-8B92819C1260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2481765">
                        <a:off x="2046425" y="1934057"/>
                        <a:ext cx="48742" cy="239166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51" name="Oval 16">
                          <a:extLst>
                            <a:ext uri="{FF2B5EF4-FFF2-40B4-BE49-F238E27FC236}">
                              <a16:creationId xmlns:a16="http://schemas.microsoft.com/office/drawing/2014/main" id="{B2C076F0-06EC-8117-723A-539780CF67CF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52" name="Oval 17">
                          <a:extLst>
                            <a:ext uri="{FF2B5EF4-FFF2-40B4-BE49-F238E27FC236}">
                              <a16:creationId xmlns:a16="http://schemas.microsoft.com/office/drawing/2014/main" id="{C7AADE45-0979-8ADB-1A6D-ABFD7A64388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53" name="Freeform 18">
                          <a:extLst>
                            <a:ext uri="{FF2B5EF4-FFF2-40B4-BE49-F238E27FC236}">
                              <a16:creationId xmlns:a16="http://schemas.microsoft.com/office/drawing/2014/main" id="{A87824A6-90AC-6201-8B49-C7FDACAC65BB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43" name="Group 42">
                        <a:extLst>
                          <a:ext uri="{FF2B5EF4-FFF2-40B4-BE49-F238E27FC236}">
                            <a16:creationId xmlns:a16="http://schemas.microsoft.com/office/drawing/2014/main" id="{7403BFFA-96C8-5232-19B2-E24CC35A8BA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297796">
                        <a:off x="2664402" y="1331190"/>
                        <a:ext cx="47338" cy="356085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48" name="Oval 16">
                          <a:extLst>
                            <a:ext uri="{FF2B5EF4-FFF2-40B4-BE49-F238E27FC236}">
                              <a16:creationId xmlns:a16="http://schemas.microsoft.com/office/drawing/2014/main" id="{12841B43-4271-7FA4-84F1-69A1BDEEB4A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49" name="Oval 17">
                          <a:extLst>
                            <a:ext uri="{FF2B5EF4-FFF2-40B4-BE49-F238E27FC236}">
                              <a16:creationId xmlns:a16="http://schemas.microsoft.com/office/drawing/2014/main" id="{611FB491-23D6-EA77-16F3-3401FE002C7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50" name="Freeform 18">
                          <a:extLst>
                            <a:ext uri="{FF2B5EF4-FFF2-40B4-BE49-F238E27FC236}">
                              <a16:creationId xmlns:a16="http://schemas.microsoft.com/office/drawing/2014/main" id="{22E57CF4-E36F-C254-64CE-1D48A4AA8A8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44" name="Group 43">
                        <a:extLst>
                          <a:ext uri="{FF2B5EF4-FFF2-40B4-BE49-F238E27FC236}">
                            <a16:creationId xmlns:a16="http://schemas.microsoft.com/office/drawing/2014/main" id="{C2476F52-E4E3-3A2A-3787-42C17515842C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722164">
                        <a:off x="3412456" y="898480"/>
                        <a:ext cx="47338" cy="356085"/>
                        <a:chOff x="1957631" y="3991959"/>
                        <a:chExt cx="38625" cy="406318"/>
                      </a:xfrm>
                    </p:grpSpPr>
                    <p:sp>
                      <p:nvSpPr>
                        <p:cNvPr id="45" name="Oval 16">
                          <a:extLst>
                            <a:ext uri="{FF2B5EF4-FFF2-40B4-BE49-F238E27FC236}">
                              <a16:creationId xmlns:a16="http://schemas.microsoft.com/office/drawing/2014/main" id="{7AFD4EEE-F6FA-70B7-B29B-F5FFC0AEBE69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001189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46" name="Oval 17">
                          <a:extLst>
                            <a:ext uri="{FF2B5EF4-FFF2-40B4-BE49-F238E27FC236}">
                              <a16:creationId xmlns:a16="http://schemas.microsoft.com/office/drawing/2014/main" id="{94D40A24-AE0F-FCD4-AFCD-6EC6705BE86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948401" y="4350421"/>
                          <a:ext cx="57086" cy="38625"/>
                        </a:xfrm>
                        <a:prstGeom prst="ellipse">
                          <a:avLst/>
                        </a:prstGeom>
                        <a:solidFill>
                          <a:srgbClr val="231915"/>
                        </a:solidFill>
                        <a:ln w="7938" cap="flat">
                          <a:solidFill>
                            <a:srgbClr val="231915"/>
                          </a:solidFill>
                          <a:prstDash val="solid"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  <p:sp>
                      <p:nvSpPr>
                        <p:cNvPr id="47" name="Freeform 18">
                          <a:extLst>
                            <a:ext uri="{FF2B5EF4-FFF2-40B4-BE49-F238E27FC236}">
                              <a16:creationId xmlns:a16="http://schemas.microsoft.com/office/drawing/2014/main" id="{62308656-D49E-A22E-B8B5-3FFCE165CCC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rot="5400000">
                          <a:off x="1794204" y="4185759"/>
                          <a:ext cx="364342" cy="17041"/>
                        </a:xfrm>
                        <a:custGeom>
                          <a:avLst/>
                          <a:gdLst>
                            <a:gd name="T0" fmla="*/ 46 w 957"/>
                            <a:gd name="T1" fmla="*/ 0 h 66"/>
                            <a:gd name="T2" fmla="*/ 912 w 957"/>
                            <a:gd name="T3" fmla="*/ 0 h 66"/>
                            <a:gd name="T4" fmla="*/ 912 w 957"/>
                            <a:gd name="T5" fmla="*/ 66 h 66"/>
                            <a:gd name="T6" fmla="*/ 46 w 957"/>
                            <a:gd name="T7" fmla="*/ 66 h 66"/>
                            <a:gd name="T8" fmla="*/ 46 w 957"/>
                            <a:gd name="T9" fmla="*/ 0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957" h="66">
                              <a:moveTo>
                                <a:pt x="46" y="0"/>
                              </a:moveTo>
                              <a:cubicBezTo>
                                <a:pt x="335" y="0"/>
                                <a:pt x="624" y="0"/>
                                <a:pt x="912" y="0"/>
                              </a:cubicBezTo>
                              <a:cubicBezTo>
                                <a:pt x="957" y="2"/>
                                <a:pt x="957" y="63"/>
                                <a:pt x="912" y="66"/>
                              </a:cubicBezTo>
                              <a:cubicBezTo>
                                <a:pt x="624" y="66"/>
                                <a:pt x="335" y="66"/>
                                <a:pt x="46" y="66"/>
                              </a:cubicBezTo>
                              <a:cubicBezTo>
                                <a:pt x="0" y="63"/>
                                <a:pt x="1" y="2"/>
                                <a:pt x="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8C9C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 sz="1400"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7D23C008-344A-2AA0-C955-933370865B1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25145" y="1802250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6F4E19E6-E5C6-B694-4010-CD8AC0C8C83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679396" y="3096121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8" name="Oval 7">
                    <a:extLst>
                      <a:ext uri="{FF2B5EF4-FFF2-40B4-BE49-F238E27FC236}">
                        <a16:creationId xmlns:a16="http://schemas.microsoft.com/office/drawing/2014/main" id="{BFC3BA3C-B856-37DF-CBF9-67496599DC4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693506" y="3770170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67369A3-2FBB-197E-6F2D-0B2AC80C0B2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857807" y="2163791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CED23232-B14F-8D48-0311-6E8CB1CF379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354785" y="2546659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A75D7F72-B82D-BECC-0BA2-8B0D00C8E30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857808" y="4697436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035B07B4-65F2-8349-9DD5-31A9F40943D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354784" y="4319809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E8162AFF-6B9C-59E9-3D2B-723675EEA54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299259" y="4955565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 dirty="0"/>
                  </a:p>
                </p:txBody>
              </p: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BAFA52D6-1335-C217-E7FD-1CC9B3E8F78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299260" y="1937481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1F0F3EFB-6D50-9979-264A-04FBCF8C588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25146" y="5077902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 dirty="0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723AA60C-D88E-0D9B-4B22-F30C9272A59B}"/>
                      </a:ext>
                    </a:extLst>
                  </p:cNvPr>
                  <p:cNvSpPr/>
                  <p:nvPr/>
                </p:nvSpPr>
                <p:spPr>
                  <a:xfrm>
                    <a:off x="3572778" y="3784031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12CAFA17-F591-C625-6606-4BF0CC14F33E}"/>
                      </a:ext>
                    </a:extLst>
                  </p:cNvPr>
                  <p:cNvSpPr/>
                  <p:nvPr/>
                </p:nvSpPr>
                <p:spPr>
                  <a:xfrm>
                    <a:off x="3558668" y="3109982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CCDCA8E3-DEC2-64E9-D26E-8DD62E7D7E17}"/>
                      </a:ext>
                    </a:extLst>
                  </p:cNvPr>
                  <p:cNvSpPr/>
                  <p:nvPr/>
                </p:nvSpPr>
                <p:spPr>
                  <a:xfrm>
                    <a:off x="4394367" y="4716361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EE2FF209-916B-A6B8-EE97-AEBCD08E9785}"/>
                      </a:ext>
                    </a:extLst>
                  </p:cNvPr>
                  <p:cNvSpPr/>
                  <p:nvPr/>
                </p:nvSpPr>
                <p:spPr>
                  <a:xfrm>
                    <a:off x="3897388" y="4333492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88474A85-1678-15F6-705C-2DAD78F7DAE2}"/>
                      </a:ext>
                    </a:extLst>
                  </p:cNvPr>
                  <p:cNvSpPr/>
                  <p:nvPr/>
                </p:nvSpPr>
                <p:spPr>
                  <a:xfrm>
                    <a:off x="4394366" y="2182716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9FDD66FE-5CB3-154F-293E-096D943BD547}"/>
                      </a:ext>
                    </a:extLst>
                  </p:cNvPr>
                  <p:cNvSpPr/>
                  <p:nvPr/>
                </p:nvSpPr>
                <p:spPr>
                  <a:xfrm>
                    <a:off x="3897389" y="2560343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59F21A07-9B6D-9245-B5EC-E8C39AF052E3}"/>
                      </a:ext>
                    </a:extLst>
                  </p:cNvPr>
                  <p:cNvSpPr/>
                  <p:nvPr/>
                </p:nvSpPr>
                <p:spPr>
                  <a:xfrm>
                    <a:off x="4952915" y="1924587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 dirty="0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2BF69FF9-1EA9-116A-C1EA-F6B9241C29B0}"/>
                      </a:ext>
                    </a:extLst>
                  </p:cNvPr>
                  <p:cNvSpPr/>
                  <p:nvPr/>
                </p:nvSpPr>
                <p:spPr>
                  <a:xfrm>
                    <a:off x="4952914" y="4942671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FD400324-FC2A-62F8-FEDF-11377E533A00}"/>
                      </a:ext>
                    </a:extLst>
                  </p:cNvPr>
                  <p:cNvSpPr/>
                  <p:nvPr/>
                </p:nvSpPr>
                <p:spPr>
                  <a:xfrm>
                    <a:off x="5527028" y="1802250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 dirty="0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B90B77A1-9E04-3218-F682-FD3309BFA50D}"/>
                      </a:ext>
                    </a:extLst>
                  </p:cNvPr>
                  <p:cNvSpPr/>
                  <p:nvPr/>
                </p:nvSpPr>
                <p:spPr>
                  <a:xfrm>
                    <a:off x="5527029" y="5077902"/>
                    <a:ext cx="128039" cy="122337"/>
                  </a:xfrm>
                  <a:prstGeom prst="ellipse">
                    <a:avLst/>
                  </a:prstGeom>
                  <a:solidFill>
                    <a:srgbClr val="C00000"/>
                  </a:solidFill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</p:grpSp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D3C2C878-42BF-151E-DB8A-45FEE86EB54A}"/>
                    </a:ext>
                  </a:extLst>
                </p:cNvPr>
                <p:cNvSpPr/>
                <p:nvPr/>
              </p:nvSpPr>
              <p:spPr>
                <a:xfrm>
                  <a:off x="5548397" y="2197213"/>
                  <a:ext cx="2611839" cy="2609294"/>
                </a:xfrm>
                <a:prstGeom prst="ellipse">
                  <a:avLst/>
                </a:prstGeom>
                <a:noFill/>
                <a:ln w="571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8ECBFC73-FDA9-E2F1-D6E2-9EE9A92451E2}"/>
                    </a:ext>
                  </a:extLst>
                </p:cNvPr>
                <p:cNvSpPr/>
                <p:nvPr/>
              </p:nvSpPr>
              <p:spPr>
                <a:xfrm>
                  <a:off x="4261176" y="2197213"/>
                  <a:ext cx="2611839" cy="2609294"/>
                </a:xfrm>
                <a:prstGeom prst="ellipse">
                  <a:avLst/>
                </a:prstGeom>
                <a:noFill/>
                <a:ln w="57150">
                  <a:solidFill>
                    <a:srgbClr val="13415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F298AB66-A035-2A2E-3BB4-B6E09F1B761B}"/>
                  </a:ext>
                </a:extLst>
              </p:cNvPr>
              <p:cNvSpPr txBox="1"/>
              <p:nvPr/>
            </p:nvSpPr>
            <p:spPr>
              <a:xfrm>
                <a:off x="2860658" y="1171779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String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00E0D694-8F44-54B5-1FD1-BE1D7E03DFB7}"/>
                  </a:ext>
                </a:extLst>
              </p:cNvPr>
              <p:cNvSpPr txBox="1"/>
              <p:nvPr/>
            </p:nvSpPr>
            <p:spPr>
              <a:xfrm>
                <a:off x="1147847" y="2810929"/>
                <a:ext cx="169795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Linked</a:t>
                </a:r>
              </a:p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List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2E11E740-1C0C-918A-4356-4989B83A1C98}"/>
                  </a:ext>
                </a:extLst>
              </p:cNvPr>
              <p:cNvSpPr txBox="1"/>
              <p:nvPr/>
            </p:nvSpPr>
            <p:spPr>
              <a:xfrm>
                <a:off x="1151991" y="3620154"/>
                <a:ext cx="169795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Matrix</a:t>
                </a:r>
              </a:p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Grid</a:t>
                </a: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A455A92-0EFF-89DB-C2B6-FD3003370438}"/>
                  </a:ext>
                </a:extLst>
              </p:cNvPr>
              <p:cNvSpPr txBox="1"/>
              <p:nvPr/>
            </p:nvSpPr>
            <p:spPr>
              <a:xfrm>
                <a:off x="2129587" y="1665907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Stack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3B0C8402-C0B8-FCF3-9D4A-41BC8FD18F32}"/>
                  </a:ext>
                </a:extLst>
              </p:cNvPr>
              <p:cNvSpPr txBox="1"/>
              <p:nvPr/>
            </p:nvSpPr>
            <p:spPr>
              <a:xfrm>
                <a:off x="1600530" y="2246004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en-US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Queue</a:t>
                </a:r>
                <a:endParaRPr lang="vi-VN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E02F3241-693B-96DE-4726-D91EF53BAD0D}"/>
                  </a:ext>
                </a:extLst>
              </p:cNvPr>
              <p:cNvSpPr txBox="1"/>
              <p:nvPr/>
            </p:nvSpPr>
            <p:spPr>
              <a:xfrm>
                <a:off x="1588048" y="4376677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Heap</a:t>
                </a: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8D67B76-F2B9-9181-BE56-375413D886CB}"/>
                  </a:ext>
                </a:extLst>
              </p:cNvPr>
              <p:cNvSpPr txBox="1"/>
              <p:nvPr/>
            </p:nvSpPr>
            <p:spPr>
              <a:xfrm>
                <a:off x="2107926" y="4969775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Hash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68C03928-5B66-7A0B-8AE1-1358FCB659FF}"/>
                  </a:ext>
                </a:extLst>
              </p:cNvPr>
              <p:cNvSpPr txBox="1"/>
              <p:nvPr/>
            </p:nvSpPr>
            <p:spPr>
              <a:xfrm>
                <a:off x="2841026" y="5528632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Tree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7F44D80-F5D7-D491-5D66-A188267341BA}"/>
                  </a:ext>
                </a:extLst>
              </p:cNvPr>
              <p:cNvSpPr txBox="1"/>
              <p:nvPr/>
            </p:nvSpPr>
            <p:spPr>
              <a:xfrm>
                <a:off x="3572778" y="5929757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Graph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8627642A-51E8-4C9F-08DF-1C228866D24C}"/>
                  </a:ext>
                </a:extLst>
              </p:cNvPr>
              <p:cNvSpPr txBox="1"/>
              <p:nvPr/>
            </p:nvSpPr>
            <p:spPr>
              <a:xfrm>
                <a:off x="8007848" y="733783"/>
                <a:ext cx="1697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Searching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F099E524-674B-ECB6-591B-9AC82A2CC382}"/>
                  </a:ext>
                </a:extLst>
              </p:cNvPr>
              <p:cNvSpPr txBox="1"/>
              <p:nvPr/>
            </p:nvSpPr>
            <p:spPr>
              <a:xfrm>
                <a:off x="8871236" y="1140457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Sorting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44E03BDD-AF2C-E8C8-4018-C32D757564D7}"/>
                  </a:ext>
                </a:extLst>
              </p:cNvPr>
              <p:cNvSpPr txBox="1"/>
              <p:nvPr/>
            </p:nvSpPr>
            <p:spPr>
              <a:xfrm>
                <a:off x="9550512" y="1604440"/>
                <a:ext cx="169795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Divide&amp;</a:t>
                </a:r>
              </a:p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Conquer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AF8A842B-6928-9AD3-C7EB-925039E5E036}"/>
                  </a:ext>
                </a:extLst>
              </p:cNvPr>
              <p:cNvSpPr txBox="1"/>
              <p:nvPr/>
            </p:nvSpPr>
            <p:spPr>
              <a:xfrm>
                <a:off x="10129133" y="2295560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Greedy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A47CA4C-8FC2-251C-A320-0D2F1FCEF629}"/>
                  </a:ext>
                </a:extLst>
              </p:cNvPr>
              <p:cNvSpPr txBox="1"/>
              <p:nvPr/>
            </p:nvSpPr>
            <p:spPr>
              <a:xfrm>
                <a:off x="10417811" y="2972674"/>
                <a:ext cx="1697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Recursion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848ECC37-DEE3-88B7-FB78-4C55E86E1F50}"/>
                  </a:ext>
                </a:extLst>
              </p:cNvPr>
              <p:cNvSpPr txBox="1"/>
              <p:nvPr/>
            </p:nvSpPr>
            <p:spPr>
              <a:xfrm>
                <a:off x="10417811" y="3814664"/>
                <a:ext cx="169795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9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Backtracking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A232B991-A109-35A2-93D7-FE54928A20D1}"/>
                  </a:ext>
                </a:extLst>
              </p:cNvPr>
              <p:cNvSpPr txBox="1"/>
              <p:nvPr/>
            </p:nvSpPr>
            <p:spPr>
              <a:xfrm>
                <a:off x="10019501" y="4382450"/>
                <a:ext cx="1697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Dynamic</a:t>
                </a:r>
              </a:p>
              <a:p>
                <a:pPr algn="l" fontAlgn="base"/>
                <a:r>
                  <a:rPr lang="vi-VN" sz="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Programming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EBA7F086-FD16-6940-6782-3F94C5149DB9}"/>
                  </a:ext>
                </a:extLst>
              </p:cNvPr>
              <p:cNvSpPr txBox="1"/>
              <p:nvPr/>
            </p:nvSpPr>
            <p:spPr>
              <a:xfrm>
                <a:off x="9524683" y="4905347"/>
                <a:ext cx="169795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Pattern</a:t>
                </a:r>
              </a:p>
              <a:p>
                <a:pPr algn="l" fontAlgn="base"/>
                <a:r>
                  <a:rPr lang="vi-V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Searching</a:t>
                </a: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348BC7E4-6F23-CE95-4B2C-0322B9431131}"/>
                  </a:ext>
                </a:extLst>
              </p:cNvPr>
              <p:cNvSpPr txBox="1"/>
              <p:nvPr/>
            </p:nvSpPr>
            <p:spPr>
              <a:xfrm>
                <a:off x="8721757" y="5504452"/>
                <a:ext cx="93523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9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Mathematical</a:t>
                </a: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B3183321-62CB-7824-0984-59CC565764E9}"/>
                  </a:ext>
                </a:extLst>
              </p:cNvPr>
              <p:cNvSpPr txBox="1"/>
              <p:nvPr/>
            </p:nvSpPr>
            <p:spPr>
              <a:xfrm>
                <a:off x="8067371" y="5887162"/>
                <a:ext cx="16979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fontAlgn="base"/>
                <a:r>
                  <a:rPr lang="vi-V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Bitwise</a:t>
                </a:r>
              </a:p>
            </p:txBody>
          </p:sp>
        </p:grp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65CBDDE4-D1E7-C465-62C2-736F61C9E704}"/>
                </a:ext>
              </a:extLst>
            </p:cNvPr>
            <p:cNvSpPr txBox="1"/>
            <p:nvPr/>
          </p:nvSpPr>
          <p:spPr>
            <a:xfrm>
              <a:off x="3661329" y="803240"/>
              <a:ext cx="169795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fontAlgn="base"/>
              <a:r>
                <a:rPr lang="vi-VN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Array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73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40B6C31-C00F-787C-8C57-319A1D649A16}"/>
              </a:ext>
            </a:extLst>
          </p:cNvPr>
          <p:cNvGrpSpPr/>
          <p:nvPr/>
        </p:nvGrpSpPr>
        <p:grpSpPr>
          <a:xfrm>
            <a:off x="3387301" y="255817"/>
            <a:ext cx="3044827" cy="5524499"/>
            <a:chOff x="31805" y="1411062"/>
            <a:chExt cx="3422766" cy="18276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EEAEC1-DFB4-AF7E-7E58-669BD50CCA68}"/>
                </a:ext>
              </a:extLst>
            </p:cNvPr>
            <p:cNvSpPr/>
            <p:nvPr/>
          </p:nvSpPr>
          <p:spPr>
            <a:xfrm>
              <a:off x="31805" y="1411062"/>
              <a:ext cx="3422766" cy="1827625"/>
            </a:xfrm>
            <a:prstGeom prst="rect">
              <a:avLst/>
            </a:prstGeom>
            <a:gradFill flip="none" rotWithShape="1">
              <a:gsLst>
                <a:gs pos="0">
                  <a:srgbClr val="245D90"/>
                </a:gs>
                <a:gs pos="50000">
                  <a:srgbClr val="FFFF00"/>
                </a:gs>
                <a:gs pos="100000">
                  <a:schemeClr val="accent6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vi-VN" dirty="0"/>
            </a:p>
          </p:txBody>
        </p:sp>
        <p:sp>
          <p:nvSpPr>
            <p:cNvPr id="10" name="Rectangle: Rounded Corners 24">
              <a:extLst>
                <a:ext uri="{FF2B5EF4-FFF2-40B4-BE49-F238E27FC236}">
                  <a16:creationId xmlns:a16="http://schemas.microsoft.com/office/drawing/2014/main" id="{36A092DA-87E6-BC70-4424-F91A47281459}"/>
                </a:ext>
              </a:extLst>
            </p:cNvPr>
            <p:cNvSpPr/>
            <p:nvPr/>
          </p:nvSpPr>
          <p:spPr>
            <a:xfrm>
              <a:off x="170519" y="1450697"/>
              <a:ext cx="3147834" cy="1740756"/>
            </a:xfrm>
            <a:custGeom>
              <a:avLst/>
              <a:gdLst>
                <a:gd name="connsiteX0" fmla="*/ 0 w 1435735"/>
                <a:gd name="connsiteY0" fmla="*/ 239294 h 1853565"/>
                <a:gd name="connsiteX1" fmla="*/ 239294 w 1435735"/>
                <a:gd name="connsiteY1" fmla="*/ 0 h 1853565"/>
                <a:gd name="connsiteX2" fmla="*/ 1196441 w 1435735"/>
                <a:gd name="connsiteY2" fmla="*/ 0 h 1853565"/>
                <a:gd name="connsiteX3" fmla="*/ 1435735 w 1435735"/>
                <a:gd name="connsiteY3" fmla="*/ 239294 h 1853565"/>
                <a:gd name="connsiteX4" fmla="*/ 1435735 w 1435735"/>
                <a:gd name="connsiteY4" fmla="*/ 1614271 h 1853565"/>
                <a:gd name="connsiteX5" fmla="*/ 1196441 w 1435735"/>
                <a:gd name="connsiteY5" fmla="*/ 1853565 h 1853565"/>
                <a:gd name="connsiteX6" fmla="*/ 239294 w 1435735"/>
                <a:gd name="connsiteY6" fmla="*/ 1853565 h 1853565"/>
                <a:gd name="connsiteX7" fmla="*/ 0 w 1435735"/>
                <a:gd name="connsiteY7" fmla="*/ 1614271 h 1853565"/>
                <a:gd name="connsiteX8" fmla="*/ 0 w 1435735"/>
                <a:gd name="connsiteY8" fmla="*/ 239294 h 1853565"/>
                <a:gd name="connsiteX0" fmla="*/ 0 w 1435735"/>
                <a:gd name="connsiteY0" fmla="*/ 139508 h 1853565"/>
                <a:gd name="connsiteX1" fmla="*/ 239294 w 1435735"/>
                <a:gd name="connsiteY1" fmla="*/ 0 h 1853565"/>
                <a:gd name="connsiteX2" fmla="*/ 1196441 w 1435735"/>
                <a:gd name="connsiteY2" fmla="*/ 0 h 1853565"/>
                <a:gd name="connsiteX3" fmla="*/ 1435735 w 1435735"/>
                <a:gd name="connsiteY3" fmla="*/ 239294 h 1853565"/>
                <a:gd name="connsiteX4" fmla="*/ 1435735 w 1435735"/>
                <a:gd name="connsiteY4" fmla="*/ 1614271 h 1853565"/>
                <a:gd name="connsiteX5" fmla="*/ 1196441 w 1435735"/>
                <a:gd name="connsiteY5" fmla="*/ 1853565 h 1853565"/>
                <a:gd name="connsiteX6" fmla="*/ 239294 w 1435735"/>
                <a:gd name="connsiteY6" fmla="*/ 1853565 h 1853565"/>
                <a:gd name="connsiteX7" fmla="*/ 0 w 1435735"/>
                <a:gd name="connsiteY7" fmla="*/ 1614271 h 1853565"/>
                <a:gd name="connsiteX8" fmla="*/ 0 w 1435735"/>
                <a:gd name="connsiteY8" fmla="*/ 139508 h 1853565"/>
                <a:gd name="connsiteX0" fmla="*/ 0 w 1435735"/>
                <a:gd name="connsiteY0" fmla="*/ 139508 h 1853565"/>
                <a:gd name="connsiteX1" fmla="*/ 134066 w 1435735"/>
                <a:gd name="connsiteY1" fmla="*/ 0 h 1853565"/>
                <a:gd name="connsiteX2" fmla="*/ 1196441 w 1435735"/>
                <a:gd name="connsiteY2" fmla="*/ 0 h 1853565"/>
                <a:gd name="connsiteX3" fmla="*/ 1435735 w 1435735"/>
                <a:gd name="connsiteY3" fmla="*/ 239294 h 1853565"/>
                <a:gd name="connsiteX4" fmla="*/ 1435735 w 1435735"/>
                <a:gd name="connsiteY4" fmla="*/ 1614271 h 1853565"/>
                <a:gd name="connsiteX5" fmla="*/ 1196441 w 1435735"/>
                <a:gd name="connsiteY5" fmla="*/ 1853565 h 1853565"/>
                <a:gd name="connsiteX6" fmla="*/ 239294 w 1435735"/>
                <a:gd name="connsiteY6" fmla="*/ 1853565 h 1853565"/>
                <a:gd name="connsiteX7" fmla="*/ 0 w 1435735"/>
                <a:gd name="connsiteY7" fmla="*/ 1614271 h 1853565"/>
                <a:gd name="connsiteX8" fmla="*/ 0 w 1435735"/>
                <a:gd name="connsiteY8" fmla="*/ 139508 h 1853565"/>
                <a:gd name="connsiteX0" fmla="*/ 0 w 1435735"/>
                <a:gd name="connsiteY0" fmla="*/ 141323 h 1855380"/>
                <a:gd name="connsiteX1" fmla="*/ 134066 w 1435735"/>
                <a:gd name="connsiteY1" fmla="*/ 1815 h 1855380"/>
                <a:gd name="connsiteX2" fmla="*/ 1299855 w 1435735"/>
                <a:gd name="connsiteY2" fmla="*/ 0 h 1855380"/>
                <a:gd name="connsiteX3" fmla="*/ 1435735 w 1435735"/>
                <a:gd name="connsiteY3" fmla="*/ 241109 h 1855380"/>
                <a:gd name="connsiteX4" fmla="*/ 1435735 w 1435735"/>
                <a:gd name="connsiteY4" fmla="*/ 1616086 h 1855380"/>
                <a:gd name="connsiteX5" fmla="*/ 1196441 w 1435735"/>
                <a:gd name="connsiteY5" fmla="*/ 1855380 h 1855380"/>
                <a:gd name="connsiteX6" fmla="*/ 239294 w 1435735"/>
                <a:gd name="connsiteY6" fmla="*/ 1855380 h 1855380"/>
                <a:gd name="connsiteX7" fmla="*/ 0 w 1435735"/>
                <a:gd name="connsiteY7" fmla="*/ 1616086 h 1855380"/>
                <a:gd name="connsiteX8" fmla="*/ 0 w 1435735"/>
                <a:gd name="connsiteY8" fmla="*/ 141323 h 1855380"/>
                <a:gd name="connsiteX0" fmla="*/ 0 w 1435735"/>
                <a:gd name="connsiteY0" fmla="*/ 141323 h 1855380"/>
                <a:gd name="connsiteX1" fmla="*/ 134066 w 1435735"/>
                <a:gd name="connsiteY1" fmla="*/ 1815 h 1855380"/>
                <a:gd name="connsiteX2" fmla="*/ 1299855 w 1435735"/>
                <a:gd name="connsiteY2" fmla="*/ 0 h 1855380"/>
                <a:gd name="connsiteX3" fmla="*/ 1435735 w 1435735"/>
                <a:gd name="connsiteY3" fmla="*/ 141328 h 1855380"/>
                <a:gd name="connsiteX4" fmla="*/ 1435735 w 1435735"/>
                <a:gd name="connsiteY4" fmla="*/ 1616086 h 1855380"/>
                <a:gd name="connsiteX5" fmla="*/ 1196441 w 1435735"/>
                <a:gd name="connsiteY5" fmla="*/ 1855380 h 1855380"/>
                <a:gd name="connsiteX6" fmla="*/ 239294 w 1435735"/>
                <a:gd name="connsiteY6" fmla="*/ 1855380 h 1855380"/>
                <a:gd name="connsiteX7" fmla="*/ 0 w 1435735"/>
                <a:gd name="connsiteY7" fmla="*/ 1616086 h 1855380"/>
                <a:gd name="connsiteX8" fmla="*/ 0 w 1435735"/>
                <a:gd name="connsiteY8" fmla="*/ 141323 h 1855380"/>
                <a:gd name="connsiteX0" fmla="*/ 0 w 1435735"/>
                <a:gd name="connsiteY0" fmla="*/ 141323 h 1857194"/>
                <a:gd name="connsiteX1" fmla="*/ 134066 w 1435735"/>
                <a:gd name="connsiteY1" fmla="*/ 1815 h 1857194"/>
                <a:gd name="connsiteX2" fmla="*/ 1299855 w 1435735"/>
                <a:gd name="connsiteY2" fmla="*/ 0 h 1857194"/>
                <a:gd name="connsiteX3" fmla="*/ 1435735 w 1435735"/>
                <a:gd name="connsiteY3" fmla="*/ 141328 h 1857194"/>
                <a:gd name="connsiteX4" fmla="*/ 1435735 w 1435735"/>
                <a:gd name="connsiteY4" fmla="*/ 1616086 h 1857194"/>
                <a:gd name="connsiteX5" fmla="*/ 1196441 w 1435735"/>
                <a:gd name="connsiteY5" fmla="*/ 1855380 h 1857194"/>
                <a:gd name="connsiteX6" fmla="*/ 137694 w 1435735"/>
                <a:gd name="connsiteY6" fmla="*/ 1857194 h 1857194"/>
                <a:gd name="connsiteX7" fmla="*/ 0 w 1435735"/>
                <a:gd name="connsiteY7" fmla="*/ 1616086 h 1857194"/>
                <a:gd name="connsiteX8" fmla="*/ 0 w 1435735"/>
                <a:gd name="connsiteY8" fmla="*/ 141323 h 1857194"/>
                <a:gd name="connsiteX0" fmla="*/ 0 w 1435735"/>
                <a:gd name="connsiteY0" fmla="*/ 141323 h 1857194"/>
                <a:gd name="connsiteX1" fmla="*/ 134066 w 1435735"/>
                <a:gd name="connsiteY1" fmla="*/ 1815 h 1857194"/>
                <a:gd name="connsiteX2" fmla="*/ 1299855 w 1435735"/>
                <a:gd name="connsiteY2" fmla="*/ 0 h 1857194"/>
                <a:gd name="connsiteX3" fmla="*/ 1435735 w 1435735"/>
                <a:gd name="connsiteY3" fmla="*/ 141328 h 1857194"/>
                <a:gd name="connsiteX4" fmla="*/ 1435735 w 1435735"/>
                <a:gd name="connsiteY4" fmla="*/ 1616086 h 1857194"/>
                <a:gd name="connsiteX5" fmla="*/ 1196441 w 1435735"/>
                <a:gd name="connsiteY5" fmla="*/ 1855380 h 1857194"/>
                <a:gd name="connsiteX6" fmla="*/ 137694 w 1435735"/>
                <a:gd name="connsiteY6" fmla="*/ 1857194 h 1857194"/>
                <a:gd name="connsiteX7" fmla="*/ 3628 w 1435735"/>
                <a:gd name="connsiteY7" fmla="*/ 1721305 h 1857194"/>
                <a:gd name="connsiteX8" fmla="*/ 0 w 1435735"/>
                <a:gd name="connsiteY8" fmla="*/ 141323 h 1857194"/>
                <a:gd name="connsiteX0" fmla="*/ 0 w 1435735"/>
                <a:gd name="connsiteY0" fmla="*/ 141323 h 1857194"/>
                <a:gd name="connsiteX1" fmla="*/ 134066 w 1435735"/>
                <a:gd name="connsiteY1" fmla="*/ 1815 h 1857194"/>
                <a:gd name="connsiteX2" fmla="*/ 1299855 w 1435735"/>
                <a:gd name="connsiteY2" fmla="*/ 0 h 1857194"/>
                <a:gd name="connsiteX3" fmla="*/ 1435735 w 1435735"/>
                <a:gd name="connsiteY3" fmla="*/ 141328 h 1857194"/>
                <a:gd name="connsiteX4" fmla="*/ 1435735 w 1435735"/>
                <a:gd name="connsiteY4" fmla="*/ 1616086 h 1857194"/>
                <a:gd name="connsiteX5" fmla="*/ 1296227 w 1435735"/>
                <a:gd name="connsiteY5" fmla="*/ 1857194 h 1857194"/>
                <a:gd name="connsiteX6" fmla="*/ 137694 w 1435735"/>
                <a:gd name="connsiteY6" fmla="*/ 1857194 h 1857194"/>
                <a:gd name="connsiteX7" fmla="*/ 3628 w 1435735"/>
                <a:gd name="connsiteY7" fmla="*/ 1721305 h 1857194"/>
                <a:gd name="connsiteX8" fmla="*/ 0 w 1435735"/>
                <a:gd name="connsiteY8" fmla="*/ 141323 h 1857194"/>
                <a:gd name="connsiteX0" fmla="*/ 0 w 1435735"/>
                <a:gd name="connsiteY0" fmla="*/ 141323 h 1857194"/>
                <a:gd name="connsiteX1" fmla="*/ 134066 w 1435735"/>
                <a:gd name="connsiteY1" fmla="*/ 1815 h 1857194"/>
                <a:gd name="connsiteX2" fmla="*/ 1299855 w 1435735"/>
                <a:gd name="connsiteY2" fmla="*/ 0 h 1857194"/>
                <a:gd name="connsiteX3" fmla="*/ 1435735 w 1435735"/>
                <a:gd name="connsiteY3" fmla="*/ 141328 h 1857194"/>
                <a:gd name="connsiteX4" fmla="*/ 1435735 w 1435735"/>
                <a:gd name="connsiteY4" fmla="*/ 1717677 h 1857194"/>
                <a:gd name="connsiteX5" fmla="*/ 1296227 w 1435735"/>
                <a:gd name="connsiteY5" fmla="*/ 1857194 h 1857194"/>
                <a:gd name="connsiteX6" fmla="*/ 137694 w 1435735"/>
                <a:gd name="connsiteY6" fmla="*/ 1857194 h 1857194"/>
                <a:gd name="connsiteX7" fmla="*/ 3628 w 1435735"/>
                <a:gd name="connsiteY7" fmla="*/ 1721305 h 1857194"/>
                <a:gd name="connsiteX8" fmla="*/ 0 w 1435735"/>
                <a:gd name="connsiteY8" fmla="*/ 141323 h 1857194"/>
                <a:gd name="connsiteX0" fmla="*/ 63 w 1435798"/>
                <a:gd name="connsiteY0" fmla="*/ 141323 h 1857194"/>
                <a:gd name="connsiteX1" fmla="*/ 125256 w 1435798"/>
                <a:gd name="connsiteY1" fmla="*/ 1815 h 1857194"/>
                <a:gd name="connsiteX2" fmla="*/ 1299918 w 1435798"/>
                <a:gd name="connsiteY2" fmla="*/ 0 h 1857194"/>
                <a:gd name="connsiteX3" fmla="*/ 1435798 w 1435798"/>
                <a:gd name="connsiteY3" fmla="*/ 141328 h 1857194"/>
                <a:gd name="connsiteX4" fmla="*/ 1435798 w 1435798"/>
                <a:gd name="connsiteY4" fmla="*/ 1717677 h 1857194"/>
                <a:gd name="connsiteX5" fmla="*/ 1296290 w 1435798"/>
                <a:gd name="connsiteY5" fmla="*/ 1857194 h 1857194"/>
                <a:gd name="connsiteX6" fmla="*/ 137757 w 1435798"/>
                <a:gd name="connsiteY6" fmla="*/ 1857194 h 1857194"/>
                <a:gd name="connsiteX7" fmla="*/ 3691 w 1435798"/>
                <a:gd name="connsiteY7" fmla="*/ 1721305 h 1857194"/>
                <a:gd name="connsiteX8" fmla="*/ 63 w 1435798"/>
                <a:gd name="connsiteY8" fmla="*/ 141323 h 1857194"/>
                <a:gd name="connsiteX0" fmla="*/ 61 w 1435859"/>
                <a:gd name="connsiteY0" fmla="*/ 130398 h 1857194"/>
                <a:gd name="connsiteX1" fmla="*/ 125317 w 1435859"/>
                <a:gd name="connsiteY1" fmla="*/ 1815 h 1857194"/>
                <a:gd name="connsiteX2" fmla="*/ 1299979 w 1435859"/>
                <a:gd name="connsiteY2" fmla="*/ 0 h 1857194"/>
                <a:gd name="connsiteX3" fmla="*/ 1435859 w 1435859"/>
                <a:gd name="connsiteY3" fmla="*/ 141328 h 1857194"/>
                <a:gd name="connsiteX4" fmla="*/ 1435859 w 1435859"/>
                <a:gd name="connsiteY4" fmla="*/ 1717677 h 1857194"/>
                <a:gd name="connsiteX5" fmla="*/ 1296351 w 1435859"/>
                <a:gd name="connsiteY5" fmla="*/ 1857194 h 1857194"/>
                <a:gd name="connsiteX6" fmla="*/ 137818 w 1435859"/>
                <a:gd name="connsiteY6" fmla="*/ 1857194 h 1857194"/>
                <a:gd name="connsiteX7" fmla="*/ 3752 w 1435859"/>
                <a:gd name="connsiteY7" fmla="*/ 1721305 h 1857194"/>
                <a:gd name="connsiteX8" fmla="*/ 61 w 1435859"/>
                <a:gd name="connsiteY8" fmla="*/ 130398 h 1857194"/>
                <a:gd name="connsiteX0" fmla="*/ 37 w 1436944"/>
                <a:gd name="connsiteY0" fmla="*/ 116742 h 1857194"/>
                <a:gd name="connsiteX1" fmla="*/ 126402 w 1436944"/>
                <a:gd name="connsiteY1" fmla="*/ 1815 h 1857194"/>
                <a:gd name="connsiteX2" fmla="*/ 1301064 w 1436944"/>
                <a:gd name="connsiteY2" fmla="*/ 0 h 1857194"/>
                <a:gd name="connsiteX3" fmla="*/ 1436944 w 1436944"/>
                <a:gd name="connsiteY3" fmla="*/ 141328 h 1857194"/>
                <a:gd name="connsiteX4" fmla="*/ 1436944 w 1436944"/>
                <a:gd name="connsiteY4" fmla="*/ 1717677 h 1857194"/>
                <a:gd name="connsiteX5" fmla="*/ 1297436 w 1436944"/>
                <a:gd name="connsiteY5" fmla="*/ 1857194 h 1857194"/>
                <a:gd name="connsiteX6" fmla="*/ 138903 w 1436944"/>
                <a:gd name="connsiteY6" fmla="*/ 1857194 h 1857194"/>
                <a:gd name="connsiteX7" fmla="*/ 4837 w 1436944"/>
                <a:gd name="connsiteY7" fmla="*/ 1721305 h 1857194"/>
                <a:gd name="connsiteX8" fmla="*/ 37 w 1436944"/>
                <a:gd name="connsiteY8" fmla="*/ 116742 h 1857194"/>
                <a:gd name="connsiteX0" fmla="*/ 37 w 1436944"/>
                <a:gd name="connsiteY0" fmla="*/ 116742 h 1859360"/>
                <a:gd name="connsiteX1" fmla="*/ 126402 w 1436944"/>
                <a:gd name="connsiteY1" fmla="*/ 1815 h 1859360"/>
                <a:gd name="connsiteX2" fmla="*/ 1301064 w 1436944"/>
                <a:gd name="connsiteY2" fmla="*/ 0 h 1859360"/>
                <a:gd name="connsiteX3" fmla="*/ 1436944 w 1436944"/>
                <a:gd name="connsiteY3" fmla="*/ 141328 h 1859360"/>
                <a:gd name="connsiteX4" fmla="*/ 1436944 w 1436944"/>
                <a:gd name="connsiteY4" fmla="*/ 1717677 h 1859360"/>
                <a:gd name="connsiteX5" fmla="*/ 1297436 w 1436944"/>
                <a:gd name="connsiteY5" fmla="*/ 1857194 h 1859360"/>
                <a:gd name="connsiteX6" fmla="*/ 125704 w 1436944"/>
                <a:gd name="connsiteY6" fmla="*/ 1859360 h 1859360"/>
                <a:gd name="connsiteX7" fmla="*/ 4837 w 1436944"/>
                <a:gd name="connsiteY7" fmla="*/ 1721305 h 1859360"/>
                <a:gd name="connsiteX8" fmla="*/ 37 w 1436944"/>
                <a:gd name="connsiteY8" fmla="*/ 116742 h 1859360"/>
                <a:gd name="connsiteX0" fmla="*/ 37 w 1436944"/>
                <a:gd name="connsiteY0" fmla="*/ 116742 h 1859550"/>
                <a:gd name="connsiteX1" fmla="*/ 126402 w 1436944"/>
                <a:gd name="connsiteY1" fmla="*/ 1815 h 1859550"/>
                <a:gd name="connsiteX2" fmla="*/ 1301064 w 1436944"/>
                <a:gd name="connsiteY2" fmla="*/ 0 h 1859550"/>
                <a:gd name="connsiteX3" fmla="*/ 1436944 w 1436944"/>
                <a:gd name="connsiteY3" fmla="*/ 141328 h 1859550"/>
                <a:gd name="connsiteX4" fmla="*/ 1436944 w 1436944"/>
                <a:gd name="connsiteY4" fmla="*/ 1717677 h 1859550"/>
                <a:gd name="connsiteX5" fmla="*/ 1297436 w 1436944"/>
                <a:gd name="connsiteY5" fmla="*/ 1857194 h 1859550"/>
                <a:gd name="connsiteX6" fmla="*/ 125704 w 1436944"/>
                <a:gd name="connsiteY6" fmla="*/ 1859360 h 1859550"/>
                <a:gd name="connsiteX7" fmla="*/ 3518 w 1436944"/>
                <a:gd name="connsiteY7" fmla="*/ 1737557 h 1859550"/>
                <a:gd name="connsiteX8" fmla="*/ 37 w 1436944"/>
                <a:gd name="connsiteY8" fmla="*/ 116742 h 1859550"/>
                <a:gd name="connsiteX0" fmla="*/ 67 w 1436974"/>
                <a:gd name="connsiteY0" fmla="*/ 116742 h 1859550"/>
                <a:gd name="connsiteX1" fmla="*/ 125112 w 1436974"/>
                <a:gd name="connsiteY1" fmla="*/ 2898 h 1859550"/>
                <a:gd name="connsiteX2" fmla="*/ 1301094 w 1436974"/>
                <a:gd name="connsiteY2" fmla="*/ 0 h 1859550"/>
                <a:gd name="connsiteX3" fmla="*/ 1436974 w 1436974"/>
                <a:gd name="connsiteY3" fmla="*/ 141328 h 1859550"/>
                <a:gd name="connsiteX4" fmla="*/ 1436974 w 1436974"/>
                <a:gd name="connsiteY4" fmla="*/ 1717677 h 1859550"/>
                <a:gd name="connsiteX5" fmla="*/ 1297466 w 1436974"/>
                <a:gd name="connsiteY5" fmla="*/ 1857194 h 1859550"/>
                <a:gd name="connsiteX6" fmla="*/ 125734 w 1436974"/>
                <a:gd name="connsiteY6" fmla="*/ 1859360 h 1859550"/>
                <a:gd name="connsiteX7" fmla="*/ 3548 w 1436974"/>
                <a:gd name="connsiteY7" fmla="*/ 1737557 h 1859550"/>
                <a:gd name="connsiteX8" fmla="*/ 67 w 1436974"/>
                <a:gd name="connsiteY8" fmla="*/ 116742 h 1859550"/>
                <a:gd name="connsiteX0" fmla="*/ 67 w 1437061"/>
                <a:gd name="connsiteY0" fmla="*/ 116742 h 1859550"/>
                <a:gd name="connsiteX1" fmla="*/ 125112 w 1437061"/>
                <a:gd name="connsiteY1" fmla="*/ 2898 h 1859550"/>
                <a:gd name="connsiteX2" fmla="*/ 1301094 w 1437061"/>
                <a:gd name="connsiteY2" fmla="*/ 0 h 1859550"/>
                <a:gd name="connsiteX3" fmla="*/ 1436974 w 1437061"/>
                <a:gd name="connsiteY3" fmla="*/ 141328 h 1859550"/>
                <a:gd name="connsiteX4" fmla="*/ 1436974 w 1437061"/>
                <a:gd name="connsiteY4" fmla="*/ 1717677 h 1859550"/>
                <a:gd name="connsiteX5" fmla="*/ 1312644 w 1437061"/>
                <a:gd name="connsiteY5" fmla="*/ 1858278 h 1859550"/>
                <a:gd name="connsiteX6" fmla="*/ 125734 w 1437061"/>
                <a:gd name="connsiteY6" fmla="*/ 1859360 h 1859550"/>
                <a:gd name="connsiteX7" fmla="*/ 3548 w 1437061"/>
                <a:gd name="connsiteY7" fmla="*/ 1737557 h 1859550"/>
                <a:gd name="connsiteX8" fmla="*/ 67 w 1437061"/>
                <a:gd name="connsiteY8" fmla="*/ 116742 h 1859550"/>
                <a:gd name="connsiteX0" fmla="*/ 67 w 1436974"/>
                <a:gd name="connsiteY0" fmla="*/ 116742 h 1859550"/>
                <a:gd name="connsiteX1" fmla="*/ 125112 w 1436974"/>
                <a:gd name="connsiteY1" fmla="*/ 2898 h 1859550"/>
                <a:gd name="connsiteX2" fmla="*/ 1301094 w 1436974"/>
                <a:gd name="connsiteY2" fmla="*/ 0 h 1859550"/>
                <a:gd name="connsiteX3" fmla="*/ 1436974 w 1436974"/>
                <a:gd name="connsiteY3" fmla="*/ 141328 h 1859550"/>
                <a:gd name="connsiteX4" fmla="*/ 1436314 w 1436974"/>
                <a:gd name="connsiteY4" fmla="*/ 1726346 h 1859550"/>
                <a:gd name="connsiteX5" fmla="*/ 1312644 w 1436974"/>
                <a:gd name="connsiteY5" fmla="*/ 1858278 h 1859550"/>
                <a:gd name="connsiteX6" fmla="*/ 125734 w 1436974"/>
                <a:gd name="connsiteY6" fmla="*/ 1859360 h 1859550"/>
                <a:gd name="connsiteX7" fmla="*/ 3548 w 1436974"/>
                <a:gd name="connsiteY7" fmla="*/ 1737557 h 1859550"/>
                <a:gd name="connsiteX8" fmla="*/ 67 w 1436974"/>
                <a:gd name="connsiteY8" fmla="*/ 116742 h 1859550"/>
                <a:gd name="connsiteX0" fmla="*/ 67 w 1436974"/>
                <a:gd name="connsiteY0" fmla="*/ 116742 h 1859550"/>
                <a:gd name="connsiteX1" fmla="*/ 125112 w 1436974"/>
                <a:gd name="connsiteY1" fmla="*/ 2898 h 1859550"/>
                <a:gd name="connsiteX2" fmla="*/ 1301094 w 1436974"/>
                <a:gd name="connsiteY2" fmla="*/ 0 h 1859550"/>
                <a:gd name="connsiteX3" fmla="*/ 1436974 w 1436974"/>
                <a:gd name="connsiteY3" fmla="*/ 141328 h 1859550"/>
                <a:gd name="connsiteX4" fmla="*/ 1434335 w 1436974"/>
                <a:gd name="connsiteY4" fmla="*/ 1732847 h 1859550"/>
                <a:gd name="connsiteX5" fmla="*/ 1312644 w 1436974"/>
                <a:gd name="connsiteY5" fmla="*/ 1858278 h 1859550"/>
                <a:gd name="connsiteX6" fmla="*/ 125734 w 1436974"/>
                <a:gd name="connsiteY6" fmla="*/ 1859360 h 1859550"/>
                <a:gd name="connsiteX7" fmla="*/ 3548 w 1436974"/>
                <a:gd name="connsiteY7" fmla="*/ 1737557 h 1859550"/>
                <a:gd name="connsiteX8" fmla="*/ 67 w 1436974"/>
                <a:gd name="connsiteY8" fmla="*/ 116742 h 1859550"/>
                <a:gd name="connsiteX0" fmla="*/ 67 w 1437006"/>
                <a:gd name="connsiteY0" fmla="*/ 117826 h 1860634"/>
                <a:gd name="connsiteX1" fmla="*/ 125112 w 1437006"/>
                <a:gd name="connsiteY1" fmla="*/ 3982 h 1860634"/>
                <a:gd name="connsiteX2" fmla="*/ 1310333 w 1437006"/>
                <a:gd name="connsiteY2" fmla="*/ 0 h 1860634"/>
                <a:gd name="connsiteX3" fmla="*/ 1436974 w 1437006"/>
                <a:gd name="connsiteY3" fmla="*/ 142412 h 1860634"/>
                <a:gd name="connsiteX4" fmla="*/ 1434335 w 1437006"/>
                <a:gd name="connsiteY4" fmla="*/ 1733931 h 1860634"/>
                <a:gd name="connsiteX5" fmla="*/ 1312644 w 1437006"/>
                <a:gd name="connsiteY5" fmla="*/ 1859362 h 1860634"/>
                <a:gd name="connsiteX6" fmla="*/ 125734 w 1437006"/>
                <a:gd name="connsiteY6" fmla="*/ 1860444 h 1860634"/>
                <a:gd name="connsiteX7" fmla="*/ 3548 w 1437006"/>
                <a:gd name="connsiteY7" fmla="*/ 1738641 h 1860634"/>
                <a:gd name="connsiteX8" fmla="*/ 67 w 1437006"/>
                <a:gd name="connsiteY8" fmla="*/ 117826 h 1860634"/>
                <a:gd name="connsiteX0" fmla="*/ 67 w 1437264"/>
                <a:gd name="connsiteY0" fmla="*/ 118909 h 1861717"/>
                <a:gd name="connsiteX1" fmla="*/ 125112 w 1437264"/>
                <a:gd name="connsiteY1" fmla="*/ 5065 h 1861717"/>
                <a:gd name="connsiteX2" fmla="*/ 1316933 w 1437264"/>
                <a:gd name="connsiteY2" fmla="*/ 0 h 1861717"/>
                <a:gd name="connsiteX3" fmla="*/ 1436974 w 1437264"/>
                <a:gd name="connsiteY3" fmla="*/ 143495 h 1861717"/>
                <a:gd name="connsiteX4" fmla="*/ 1434335 w 1437264"/>
                <a:gd name="connsiteY4" fmla="*/ 1735014 h 1861717"/>
                <a:gd name="connsiteX5" fmla="*/ 1312644 w 1437264"/>
                <a:gd name="connsiteY5" fmla="*/ 1860445 h 1861717"/>
                <a:gd name="connsiteX6" fmla="*/ 125734 w 1437264"/>
                <a:gd name="connsiteY6" fmla="*/ 1861527 h 1861717"/>
                <a:gd name="connsiteX7" fmla="*/ 3548 w 1437264"/>
                <a:gd name="connsiteY7" fmla="*/ 1739724 h 1861717"/>
                <a:gd name="connsiteX8" fmla="*/ 67 w 1437264"/>
                <a:gd name="connsiteY8" fmla="*/ 118909 h 1861717"/>
                <a:gd name="connsiteX0" fmla="*/ 67 w 1436649"/>
                <a:gd name="connsiteY0" fmla="*/ 118950 h 1861758"/>
                <a:gd name="connsiteX1" fmla="*/ 125112 w 1436649"/>
                <a:gd name="connsiteY1" fmla="*/ 5106 h 1861758"/>
                <a:gd name="connsiteX2" fmla="*/ 1316933 w 1436649"/>
                <a:gd name="connsiteY2" fmla="*/ 41 h 1861758"/>
                <a:gd name="connsiteX3" fmla="*/ 1436314 w 1436649"/>
                <a:gd name="connsiteY3" fmla="*/ 126201 h 1861758"/>
                <a:gd name="connsiteX4" fmla="*/ 1434335 w 1436649"/>
                <a:gd name="connsiteY4" fmla="*/ 1735055 h 1861758"/>
                <a:gd name="connsiteX5" fmla="*/ 1312644 w 1436649"/>
                <a:gd name="connsiteY5" fmla="*/ 1860486 h 1861758"/>
                <a:gd name="connsiteX6" fmla="*/ 125734 w 1436649"/>
                <a:gd name="connsiteY6" fmla="*/ 1861568 h 1861758"/>
                <a:gd name="connsiteX7" fmla="*/ 3548 w 1436649"/>
                <a:gd name="connsiteY7" fmla="*/ 1739765 h 1861758"/>
                <a:gd name="connsiteX8" fmla="*/ 67 w 1436649"/>
                <a:gd name="connsiteY8" fmla="*/ 118950 h 186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6649" h="1861758">
                  <a:moveTo>
                    <a:pt x="67" y="118950"/>
                  </a:moveTo>
                  <a:cubicBezTo>
                    <a:pt x="67" y="-13208"/>
                    <a:pt x="-7046" y="5106"/>
                    <a:pt x="125112" y="5106"/>
                  </a:cubicBezTo>
                  <a:lnTo>
                    <a:pt x="1316933" y="41"/>
                  </a:lnTo>
                  <a:cubicBezTo>
                    <a:pt x="1449091" y="41"/>
                    <a:pt x="1436314" y="-5957"/>
                    <a:pt x="1436314" y="126201"/>
                  </a:cubicBezTo>
                  <a:cubicBezTo>
                    <a:pt x="1435434" y="656707"/>
                    <a:pt x="1435215" y="1204549"/>
                    <a:pt x="1434335" y="1735055"/>
                  </a:cubicBezTo>
                  <a:cubicBezTo>
                    <a:pt x="1434335" y="1867213"/>
                    <a:pt x="1444802" y="1860486"/>
                    <a:pt x="1312644" y="1860486"/>
                  </a:cubicBezTo>
                  <a:lnTo>
                    <a:pt x="125734" y="1861568"/>
                  </a:lnTo>
                  <a:cubicBezTo>
                    <a:pt x="-6424" y="1861568"/>
                    <a:pt x="3548" y="1871923"/>
                    <a:pt x="3548" y="1739765"/>
                  </a:cubicBezTo>
                  <a:cubicBezTo>
                    <a:pt x="2339" y="1213104"/>
                    <a:pt x="1276" y="645611"/>
                    <a:pt x="67" y="11895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vi-V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#include &lt;iostream&gt;</a:t>
              </a:r>
            </a:p>
            <a:p>
              <a:endParaRPr lang="vi-V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const int N1 = 5, N2 = 3, N3 = 7;</a:t>
              </a:r>
            </a:p>
            <a:p>
              <a:endParaRPr lang="vi-V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int main() {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int arr[N1][N2][N3] = {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{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{1, 2, 3, 4, 5, 6, 7},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{8, 9, 10, 11, 12, 13, 14},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{15, 16, 17, 18, 19, 20, 21}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{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{22, 23, 24, 25, 26, 27, 28},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{29, 30, 31, 32, 33, 34, 35},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{36, 37, 38, 39, 40, 41, 42}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{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{43, 44, 45, 46, 47, 48, 49},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{50, 51, 52, 53, 54, 55, 56},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{57, 58, 59, 60, 61, 62, 63}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{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{64, 65, 66, 67, 68, 69, 70},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{71, 72, 73, 74, 75, 76, 77},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{78, 79, 80, 81, 82, 83, 84}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{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{85, 86, 87, 88, 89, 90, 91},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{92, 93, 94, 95, 96, 97, 98},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    {99, 100, 101, 102, 103, 104, 105}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    }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};</a:t>
              </a:r>
            </a:p>
            <a:p>
              <a:endParaRPr lang="vi-V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    return 0;</a:t>
              </a:r>
            </a:p>
            <a:p>
              <a:r>
                <a:rPr lang="vi-VN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664AE6-6ECF-AE55-D81C-8A6A4045C197}"/>
              </a:ext>
            </a:extLst>
          </p:cNvPr>
          <p:cNvGrpSpPr/>
          <p:nvPr/>
        </p:nvGrpSpPr>
        <p:grpSpPr>
          <a:xfrm>
            <a:off x="7019767" y="1060597"/>
            <a:ext cx="3442335" cy="1859280"/>
            <a:chOff x="0" y="0"/>
            <a:chExt cx="1571834" cy="19889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C84DE0-CC03-5132-BF23-B39C47D2BA23}"/>
                </a:ext>
              </a:extLst>
            </p:cNvPr>
            <p:cNvSpPr/>
            <p:nvPr/>
          </p:nvSpPr>
          <p:spPr>
            <a:xfrm>
              <a:off x="0" y="0"/>
              <a:ext cx="1571834" cy="1988987"/>
            </a:xfrm>
            <a:prstGeom prst="rect">
              <a:avLst/>
            </a:prstGeom>
            <a:solidFill>
              <a:srgbClr val="00478E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vi-VN"/>
            </a:p>
          </p:txBody>
        </p:sp>
        <p:sp>
          <p:nvSpPr>
            <p:cNvPr id="13" name="Rectangle: Rounded Corners 24">
              <a:extLst>
                <a:ext uri="{FF2B5EF4-FFF2-40B4-BE49-F238E27FC236}">
                  <a16:creationId xmlns:a16="http://schemas.microsoft.com/office/drawing/2014/main" id="{7FE53A24-A106-19CF-6050-A06BF91D4540}"/>
                </a:ext>
              </a:extLst>
            </p:cNvPr>
            <p:cNvSpPr/>
            <p:nvPr/>
          </p:nvSpPr>
          <p:spPr>
            <a:xfrm>
              <a:off x="66661" y="61165"/>
              <a:ext cx="1437181" cy="1861952"/>
            </a:xfrm>
            <a:custGeom>
              <a:avLst/>
              <a:gdLst>
                <a:gd name="connsiteX0" fmla="*/ 0 w 1435735"/>
                <a:gd name="connsiteY0" fmla="*/ 239294 h 1853565"/>
                <a:gd name="connsiteX1" fmla="*/ 239294 w 1435735"/>
                <a:gd name="connsiteY1" fmla="*/ 0 h 1853565"/>
                <a:gd name="connsiteX2" fmla="*/ 1196441 w 1435735"/>
                <a:gd name="connsiteY2" fmla="*/ 0 h 1853565"/>
                <a:gd name="connsiteX3" fmla="*/ 1435735 w 1435735"/>
                <a:gd name="connsiteY3" fmla="*/ 239294 h 1853565"/>
                <a:gd name="connsiteX4" fmla="*/ 1435735 w 1435735"/>
                <a:gd name="connsiteY4" fmla="*/ 1614271 h 1853565"/>
                <a:gd name="connsiteX5" fmla="*/ 1196441 w 1435735"/>
                <a:gd name="connsiteY5" fmla="*/ 1853565 h 1853565"/>
                <a:gd name="connsiteX6" fmla="*/ 239294 w 1435735"/>
                <a:gd name="connsiteY6" fmla="*/ 1853565 h 1853565"/>
                <a:gd name="connsiteX7" fmla="*/ 0 w 1435735"/>
                <a:gd name="connsiteY7" fmla="*/ 1614271 h 1853565"/>
                <a:gd name="connsiteX8" fmla="*/ 0 w 1435735"/>
                <a:gd name="connsiteY8" fmla="*/ 239294 h 1853565"/>
                <a:gd name="connsiteX0" fmla="*/ 0 w 1435735"/>
                <a:gd name="connsiteY0" fmla="*/ 139508 h 1853565"/>
                <a:gd name="connsiteX1" fmla="*/ 239294 w 1435735"/>
                <a:gd name="connsiteY1" fmla="*/ 0 h 1853565"/>
                <a:gd name="connsiteX2" fmla="*/ 1196441 w 1435735"/>
                <a:gd name="connsiteY2" fmla="*/ 0 h 1853565"/>
                <a:gd name="connsiteX3" fmla="*/ 1435735 w 1435735"/>
                <a:gd name="connsiteY3" fmla="*/ 239294 h 1853565"/>
                <a:gd name="connsiteX4" fmla="*/ 1435735 w 1435735"/>
                <a:gd name="connsiteY4" fmla="*/ 1614271 h 1853565"/>
                <a:gd name="connsiteX5" fmla="*/ 1196441 w 1435735"/>
                <a:gd name="connsiteY5" fmla="*/ 1853565 h 1853565"/>
                <a:gd name="connsiteX6" fmla="*/ 239294 w 1435735"/>
                <a:gd name="connsiteY6" fmla="*/ 1853565 h 1853565"/>
                <a:gd name="connsiteX7" fmla="*/ 0 w 1435735"/>
                <a:gd name="connsiteY7" fmla="*/ 1614271 h 1853565"/>
                <a:gd name="connsiteX8" fmla="*/ 0 w 1435735"/>
                <a:gd name="connsiteY8" fmla="*/ 139508 h 1853565"/>
                <a:gd name="connsiteX0" fmla="*/ 0 w 1435735"/>
                <a:gd name="connsiteY0" fmla="*/ 139508 h 1853565"/>
                <a:gd name="connsiteX1" fmla="*/ 134066 w 1435735"/>
                <a:gd name="connsiteY1" fmla="*/ 0 h 1853565"/>
                <a:gd name="connsiteX2" fmla="*/ 1196441 w 1435735"/>
                <a:gd name="connsiteY2" fmla="*/ 0 h 1853565"/>
                <a:gd name="connsiteX3" fmla="*/ 1435735 w 1435735"/>
                <a:gd name="connsiteY3" fmla="*/ 239294 h 1853565"/>
                <a:gd name="connsiteX4" fmla="*/ 1435735 w 1435735"/>
                <a:gd name="connsiteY4" fmla="*/ 1614271 h 1853565"/>
                <a:gd name="connsiteX5" fmla="*/ 1196441 w 1435735"/>
                <a:gd name="connsiteY5" fmla="*/ 1853565 h 1853565"/>
                <a:gd name="connsiteX6" fmla="*/ 239294 w 1435735"/>
                <a:gd name="connsiteY6" fmla="*/ 1853565 h 1853565"/>
                <a:gd name="connsiteX7" fmla="*/ 0 w 1435735"/>
                <a:gd name="connsiteY7" fmla="*/ 1614271 h 1853565"/>
                <a:gd name="connsiteX8" fmla="*/ 0 w 1435735"/>
                <a:gd name="connsiteY8" fmla="*/ 139508 h 1853565"/>
                <a:gd name="connsiteX0" fmla="*/ 0 w 1435735"/>
                <a:gd name="connsiteY0" fmla="*/ 141323 h 1855380"/>
                <a:gd name="connsiteX1" fmla="*/ 134066 w 1435735"/>
                <a:gd name="connsiteY1" fmla="*/ 1815 h 1855380"/>
                <a:gd name="connsiteX2" fmla="*/ 1299855 w 1435735"/>
                <a:gd name="connsiteY2" fmla="*/ 0 h 1855380"/>
                <a:gd name="connsiteX3" fmla="*/ 1435735 w 1435735"/>
                <a:gd name="connsiteY3" fmla="*/ 241109 h 1855380"/>
                <a:gd name="connsiteX4" fmla="*/ 1435735 w 1435735"/>
                <a:gd name="connsiteY4" fmla="*/ 1616086 h 1855380"/>
                <a:gd name="connsiteX5" fmla="*/ 1196441 w 1435735"/>
                <a:gd name="connsiteY5" fmla="*/ 1855380 h 1855380"/>
                <a:gd name="connsiteX6" fmla="*/ 239294 w 1435735"/>
                <a:gd name="connsiteY6" fmla="*/ 1855380 h 1855380"/>
                <a:gd name="connsiteX7" fmla="*/ 0 w 1435735"/>
                <a:gd name="connsiteY7" fmla="*/ 1616086 h 1855380"/>
                <a:gd name="connsiteX8" fmla="*/ 0 w 1435735"/>
                <a:gd name="connsiteY8" fmla="*/ 141323 h 1855380"/>
                <a:gd name="connsiteX0" fmla="*/ 0 w 1435735"/>
                <a:gd name="connsiteY0" fmla="*/ 141323 h 1855380"/>
                <a:gd name="connsiteX1" fmla="*/ 134066 w 1435735"/>
                <a:gd name="connsiteY1" fmla="*/ 1815 h 1855380"/>
                <a:gd name="connsiteX2" fmla="*/ 1299855 w 1435735"/>
                <a:gd name="connsiteY2" fmla="*/ 0 h 1855380"/>
                <a:gd name="connsiteX3" fmla="*/ 1435735 w 1435735"/>
                <a:gd name="connsiteY3" fmla="*/ 141328 h 1855380"/>
                <a:gd name="connsiteX4" fmla="*/ 1435735 w 1435735"/>
                <a:gd name="connsiteY4" fmla="*/ 1616086 h 1855380"/>
                <a:gd name="connsiteX5" fmla="*/ 1196441 w 1435735"/>
                <a:gd name="connsiteY5" fmla="*/ 1855380 h 1855380"/>
                <a:gd name="connsiteX6" fmla="*/ 239294 w 1435735"/>
                <a:gd name="connsiteY6" fmla="*/ 1855380 h 1855380"/>
                <a:gd name="connsiteX7" fmla="*/ 0 w 1435735"/>
                <a:gd name="connsiteY7" fmla="*/ 1616086 h 1855380"/>
                <a:gd name="connsiteX8" fmla="*/ 0 w 1435735"/>
                <a:gd name="connsiteY8" fmla="*/ 141323 h 1855380"/>
                <a:gd name="connsiteX0" fmla="*/ 0 w 1435735"/>
                <a:gd name="connsiteY0" fmla="*/ 141323 h 1857194"/>
                <a:gd name="connsiteX1" fmla="*/ 134066 w 1435735"/>
                <a:gd name="connsiteY1" fmla="*/ 1815 h 1857194"/>
                <a:gd name="connsiteX2" fmla="*/ 1299855 w 1435735"/>
                <a:gd name="connsiteY2" fmla="*/ 0 h 1857194"/>
                <a:gd name="connsiteX3" fmla="*/ 1435735 w 1435735"/>
                <a:gd name="connsiteY3" fmla="*/ 141328 h 1857194"/>
                <a:gd name="connsiteX4" fmla="*/ 1435735 w 1435735"/>
                <a:gd name="connsiteY4" fmla="*/ 1616086 h 1857194"/>
                <a:gd name="connsiteX5" fmla="*/ 1196441 w 1435735"/>
                <a:gd name="connsiteY5" fmla="*/ 1855380 h 1857194"/>
                <a:gd name="connsiteX6" fmla="*/ 137694 w 1435735"/>
                <a:gd name="connsiteY6" fmla="*/ 1857194 h 1857194"/>
                <a:gd name="connsiteX7" fmla="*/ 0 w 1435735"/>
                <a:gd name="connsiteY7" fmla="*/ 1616086 h 1857194"/>
                <a:gd name="connsiteX8" fmla="*/ 0 w 1435735"/>
                <a:gd name="connsiteY8" fmla="*/ 141323 h 1857194"/>
                <a:gd name="connsiteX0" fmla="*/ 0 w 1435735"/>
                <a:gd name="connsiteY0" fmla="*/ 141323 h 1857194"/>
                <a:gd name="connsiteX1" fmla="*/ 134066 w 1435735"/>
                <a:gd name="connsiteY1" fmla="*/ 1815 h 1857194"/>
                <a:gd name="connsiteX2" fmla="*/ 1299855 w 1435735"/>
                <a:gd name="connsiteY2" fmla="*/ 0 h 1857194"/>
                <a:gd name="connsiteX3" fmla="*/ 1435735 w 1435735"/>
                <a:gd name="connsiteY3" fmla="*/ 141328 h 1857194"/>
                <a:gd name="connsiteX4" fmla="*/ 1435735 w 1435735"/>
                <a:gd name="connsiteY4" fmla="*/ 1616086 h 1857194"/>
                <a:gd name="connsiteX5" fmla="*/ 1196441 w 1435735"/>
                <a:gd name="connsiteY5" fmla="*/ 1855380 h 1857194"/>
                <a:gd name="connsiteX6" fmla="*/ 137694 w 1435735"/>
                <a:gd name="connsiteY6" fmla="*/ 1857194 h 1857194"/>
                <a:gd name="connsiteX7" fmla="*/ 3628 w 1435735"/>
                <a:gd name="connsiteY7" fmla="*/ 1721305 h 1857194"/>
                <a:gd name="connsiteX8" fmla="*/ 0 w 1435735"/>
                <a:gd name="connsiteY8" fmla="*/ 141323 h 1857194"/>
                <a:gd name="connsiteX0" fmla="*/ 0 w 1435735"/>
                <a:gd name="connsiteY0" fmla="*/ 141323 h 1857194"/>
                <a:gd name="connsiteX1" fmla="*/ 134066 w 1435735"/>
                <a:gd name="connsiteY1" fmla="*/ 1815 h 1857194"/>
                <a:gd name="connsiteX2" fmla="*/ 1299855 w 1435735"/>
                <a:gd name="connsiteY2" fmla="*/ 0 h 1857194"/>
                <a:gd name="connsiteX3" fmla="*/ 1435735 w 1435735"/>
                <a:gd name="connsiteY3" fmla="*/ 141328 h 1857194"/>
                <a:gd name="connsiteX4" fmla="*/ 1435735 w 1435735"/>
                <a:gd name="connsiteY4" fmla="*/ 1616086 h 1857194"/>
                <a:gd name="connsiteX5" fmla="*/ 1296227 w 1435735"/>
                <a:gd name="connsiteY5" fmla="*/ 1857194 h 1857194"/>
                <a:gd name="connsiteX6" fmla="*/ 137694 w 1435735"/>
                <a:gd name="connsiteY6" fmla="*/ 1857194 h 1857194"/>
                <a:gd name="connsiteX7" fmla="*/ 3628 w 1435735"/>
                <a:gd name="connsiteY7" fmla="*/ 1721305 h 1857194"/>
                <a:gd name="connsiteX8" fmla="*/ 0 w 1435735"/>
                <a:gd name="connsiteY8" fmla="*/ 141323 h 1857194"/>
                <a:gd name="connsiteX0" fmla="*/ 0 w 1435735"/>
                <a:gd name="connsiteY0" fmla="*/ 141323 h 1857194"/>
                <a:gd name="connsiteX1" fmla="*/ 134066 w 1435735"/>
                <a:gd name="connsiteY1" fmla="*/ 1815 h 1857194"/>
                <a:gd name="connsiteX2" fmla="*/ 1299855 w 1435735"/>
                <a:gd name="connsiteY2" fmla="*/ 0 h 1857194"/>
                <a:gd name="connsiteX3" fmla="*/ 1435735 w 1435735"/>
                <a:gd name="connsiteY3" fmla="*/ 141328 h 1857194"/>
                <a:gd name="connsiteX4" fmla="*/ 1435735 w 1435735"/>
                <a:gd name="connsiteY4" fmla="*/ 1717677 h 1857194"/>
                <a:gd name="connsiteX5" fmla="*/ 1296227 w 1435735"/>
                <a:gd name="connsiteY5" fmla="*/ 1857194 h 1857194"/>
                <a:gd name="connsiteX6" fmla="*/ 137694 w 1435735"/>
                <a:gd name="connsiteY6" fmla="*/ 1857194 h 1857194"/>
                <a:gd name="connsiteX7" fmla="*/ 3628 w 1435735"/>
                <a:gd name="connsiteY7" fmla="*/ 1721305 h 1857194"/>
                <a:gd name="connsiteX8" fmla="*/ 0 w 1435735"/>
                <a:gd name="connsiteY8" fmla="*/ 141323 h 1857194"/>
                <a:gd name="connsiteX0" fmla="*/ 63 w 1435798"/>
                <a:gd name="connsiteY0" fmla="*/ 141323 h 1857194"/>
                <a:gd name="connsiteX1" fmla="*/ 125256 w 1435798"/>
                <a:gd name="connsiteY1" fmla="*/ 1815 h 1857194"/>
                <a:gd name="connsiteX2" fmla="*/ 1299918 w 1435798"/>
                <a:gd name="connsiteY2" fmla="*/ 0 h 1857194"/>
                <a:gd name="connsiteX3" fmla="*/ 1435798 w 1435798"/>
                <a:gd name="connsiteY3" fmla="*/ 141328 h 1857194"/>
                <a:gd name="connsiteX4" fmla="*/ 1435798 w 1435798"/>
                <a:gd name="connsiteY4" fmla="*/ 1717677 h 1857194"/>
                <a:gd name="connsiteX5" fmla="*/ 1296290 w 1435798"/>
                <a:gd name="connsiteY5" fmla="*/ 1857194 h 1857194"/>
                <a:gd name="connsiteX6" fmla="*/ 137757 w 1435798"/>
                <a:gd name="connsiteY6" fmla="*/ 1857194 h 1857194"/>
                <a:gd name="connsiteX7" fmla="*/ 3691 w 1435798"/>
                <a:gd name="connsiteY7" fmla="*/ 1721305 h 1857194"/>
                <a:gd name="connsiteX8" fmla="*/ 63 w 1435798"/>
                <a:gd name="connsiteY8" fmla="*/ 141323 h 1857194"/>
                <a:gd name="connsiteX0" fmla="*/ 61 w 1435859"/>
                <a:gd name="connsiteY0" fmla="*/ 130398 h 1857194"/>
                <a:gd name="connsiteX1" fmla="*/ 125317 w 1435859"/>
                <a:gd name="connsiteY1" fmla="*/ 1815 h 1857194"/>
                <a:gd name="connsiteX2" fmla="*/ 1299979 w 1435859"/>
                <a:gd name="connsiteY2" fmla="*/ 0 h 1857194"/>
                <a:gd name="connsiteX3" fmla="*/ 1435859 w 1435859"/>
                <a:gd name="connsiteY3" fmla="*/ 141328 h 1857194"/>
                <a:gd name="connsiteX4" fmla="*/ 1435859 w 1435859"/>
                <a:gd name="connsiteY4" fmla="*/ 1717677 h 1857194"/>
                <a:gd name="connsiteX5" fmla="*/ 1296351 w 1435859"/>
                <a:gd name="connsiteY5" fmla="*/ 1857194 h 1857194"/>
                <a:gd name="connsiteX6" fmla="*/ 137818 w 1435859"/>
                <a:gd name="connsiteY6" fmla="*/ 1857194 h 1857194"/>
                <a:gd name="connsiteX7" fmla="*/ 3752 w 1435859"/>
                <a:gd name="connsiteY7" fmla="*/ 1721305 h 1857194"/>
                <a:gd name="connsiteX8" fmla="*/ 61 w 1435859"/>
                <a:gd name="connsiteY8" fmla="*/ 130398 h 1857194"/>
                <a:gd name="connsiteX0" fmla="*/ 37 w 1436944"/>
                <a:gd name="connsiteY0" fmla="*/ 116742 h 1857194"/>
                <a:gd name="connsiteX1" fmla="*/ 126402 w 1436944"/>
                <a:gd name="connsiteY1" fmla="*/ 1815 h 1857194"/>
                <a:gd name="connsiteX2" fmla="*/ 1301064 w 1436944"/>
                <a:gd name="connsiteY2" fmla="*/ 0 h 1857194"/>
                <a:gd name="connsiteX3" fmla="*/ 1436944 w 1436944"/>
                <a:gd name="connsiteY3" fmla="*/ 141328 h 1857194"/>
                <a:gd name="connsiteX4" fmla="*/ 1436944 w 1436944"/>
                <a:gd name="connsiteY4" fmla="*/ 1717677 h 1857194"/>
                <a:gd name="connsiteX5" fmla="*/ 1297436 w 1436944"/>
                <a:gd name="connsiteY5" fmla="*/ 1857194 h 1857194"/>
                <a:gd name="connsiteX6" fmla="*/ 138903 w 1436944"/>
                <a:gd name="connsiteY6" fmla="*/ 1857194 h 1857194"/>
                <a:gd name="connsiteX7" fmla="*/ 4837 w 1436944"/>
                <a:gd name="connsiteY7" fmla="*/ 1721305 h 1857194"/>
                <a:gd name="connsiteX8" fmla="*/ 37 w 1436944"/>
                <a:gd name="connsiteY8" fmla="*/ 116742 h 1857194"/>
                <a:gd name="connsiteX0" fmla="*/ 37 w 1436944"/>
                <a:gd name="connsiteY0" fmla="*/ 116742 h 1859360"/>
                <a:gd name="connsiteX1" fmla="*/ 126402 w 1436944"/>
                <a:gd name="connsiteY1" fmla="*/ 1815 h 1859360"/>
                <a:gd name="connsiteX2" fmla="*/ 1301064 w 1436944"/>
                <a:gd name="connsiteY2" fmla="*/ 0 h 1859360"/>
                <a:gd name="connsiteX3" fmla="*/ 1436944 w 1436944"/>
                <a:gd name="connsiteY3" fmla="*/ 141328 h 1859360"/>
                <a:gd name="connsiteX4" fmla="*/ 1436944 w 1436944"/>
                <a:gd name="connsiteY4" fmla="*/ 1717677 h 1859360"/>
                <a:gd name="connsiteX5" fmla="*/ 1297436 w 1436944"/>
                <a:gd name="connsiteY5" fmla="*/ 1857194 h 1859360"/>
                <a:gd name="connsiteX6" fmla="*/ 125704 w 1436944"/>
                <a:gd name="connsiteY6" fmla="*/ 1859360 h 1859360"/>
                <a:gd name="connsiteX7" fmla="*/ 4837 w 1436944"/>
                <a:gd name="connsiteY7" fmla="*/ 1721305 h 1859360"/>
                <a:gd name="connsiteX8" fmla="*/ 37 w 1436944"/>
                <a:gd name="connsiteY8" fmla="*/ 116742 h 1859360"/>
                <a:gd name="connsiteX0" fmla="*/ 37 w 1436944"/>
                <a:gd name="connsiteY0" fmla="*/ 116742 h 1859550"/>
                <a:gd name="connsiteX1" fmla="*/ 126402 w 1436944"/>
                <a:gd name="connsiteY1" fmla="*/ 1815 h 1859550"/>
                <a:gd name="connsiteX2" fmla="*/ 1301064 w 1436944"/>
                <a:gd name="connsiteY2" fmla="*/ 0 h 1859550"/>
                <a:gd name="connsiteX3" fmla="*/ 1436944 w 1436944"/>
                <a:gd name="connsiteY3" fmla="*/ 141328 h 1859550"/>
                <a:gd name="connsiteX4" fmla="*/ 1436944 w 1436944"/>
                <a:gd name="connsiteY4" fmla="*/ 1717677 h 1859550"/>
                <a:gd name="connsiteX5" fmla="*/ 1297436 w 1436944"/>
                <a:gd name="connsiteY5" fmla="*/ 1857194 h 1859550"/>
                <a:gd name="connsiteX6" fmla="*/ 125704 w 1436944"/>
                <a:gd name="connsiteY6" fmla="*/ 1859360 h 1859550"/>
                <a:gd name="connsiteX7" fmla="*/ 3518 w 1436944"/>
                <a:gd name="connsiteY7" fmla="*/ 1737557 h 1859550"/>
                <a:gd name="connsiteX8" fmla="*/ 37 w 1436944"/>
                <a:gd name="connsiteY8" fmla="*/ 116742 h 1859550"/>
                <a:gd name="connsiteX0" fmla="*/ 67 w 1436974"/>
                <a:gd name="connsiteY0" fmla="*/ 116742 h 1859550"/>
                <a:gd name="connsiteX1" fmla="*/ 125112 w 1436974"/>
                <a:gd name="connsiteY1" fmla="*/ 2898 h 1859550"/>
                <a:gd name="connsiteX2" fmla="*/ 1301094 w 1436974"/>
                <a:gd name="connsiteY2" fmla="*/ 0 h 1859550"/>
                <a:gd name="connsiteX3" fmla="*/ 1436974 w 1436974"/>
                <a:gd name="connsiteY3" fmla="*/ 141328 h 1859550"/>
                <a:gd name="connsiteX4" fmla="*/ 1436974 w 1436974"/>
                <a:gd name="connsiteY4" fmla="*/ 1717677 h 1859550"/>
                <a:gd name="connsiteX5" fmla="*/ 1297466 w 1436974"/>
                <a:gd name="connsiteY5" fmla="*/ 1857194 h 1859550"/>
                <a:gd name="connsiteX6" fmla="*/ 125734 w 1436974"/>
                <a:gd name="connsiteY6" fmla="*/ 1859360 h 1859550"/>
                <a:gd name="connsiteX7" fmla="*/ 3548 w 1436974"/>
                <a:gd name="connsiteY7" fmla="*/ 1737557 h 1859550"/>
                <a:gd name="connsiteX8" fmla="*/ 67 w 1436974"/>
                <a:gd name="connsiteY8" fmla="*/ 116742 h 1859550"/>
                <a:gd name="connsiteX0" fmla="*/ 67 w 1437061"/>
                <a:gd name="connsiteY0" fmla="*/ 116742 h 1859550"/>
                <a:gd name="connsiteX1" fmla="*/ 125112 w 1437061"/>
                <a:gd name="connsiteY1" fmla="*/ 2898 h 1859550"/>
                <a:gd name="connsiteX2" fmla="*/ 1301094 w 1437061"/>
                <a:gd name="connsiteY2" fmla="*/ 0 h 1859550"/>
                <a:gd name="connsiteX3" fmla="*/ 1436974 w 1437061"/>
                <a:gd name="connsiteY3" fmla="*/ 141328 h 1859550"/>
                <a:gd name="connsiteX4" fmla="*/ 1436974 w 1437061"/>
                <a:gd name="connsiteY4" fmla="*/ 1717677 h 1859550"/>
                <a:gd name="connsiteX5" fmla="*/ 1312644 w 1437061"/>
                <a:gd name="connsiteY5" fmla="*/ 1858278 h 1859550"/>
                <a:gd name="connsiteX6" fmla="*/ 125734 w 1437061"/>
                <a:gd name="connsiteY6" fmla="*/ 1859360 h 1859550"/>
                <a:gd name="connsiteX7" fmla="*/ 3548 w 1437061"/>
                <a:gd name="connsiteY7" fmla="*/ 1737557 h 1859550"/>
                <a:gd name="connsiteX8" fmla="*/ 67 w 1437061"/>
                <a:gd name="connsiteY8" fmla="*/ 116742 h 1859550"/>
                <a:gd name="connsiteX0" fmla="*/ 67 w 1436974"/>
                <a:gd name="connsiteY0" fmla="*/ 116742 h 1859550"/>
                <a:gd name="connsiteX1" fmla="*/ 125112 w 1436974"/>
                <a:gd name="connsiteY1" fmla="*/ 2898 h 1859550"/>
                <a:gd name="connsiteX2" fmla="*/ 1301094 w 1436974"/>
                <a:gd name="connsiteY2" fmla="*/ 0 h 1859550"/>
                <a:gd name="connsiteX3" fmla="*/ 1436974 w 1436974"/>
                <a:gd name="connsiteY3" fmla="*/ 141328 h 1859550"/>
                <a:gd name="connsiteX4" fmla="*/ 1436314 w 1436974"/>
                <a:gd name="connsiteY4" fmla="*/ 1726346 h 1859550"/>
                <a:gd name="connsiteX5" fmla="*/ 1312644 w 1436974"/>
                <a:gd name="connsiteY5" fmla="*/ 1858278 h 1859550"/>
                <a:gd name="connsiteX6" fmla="*/ 125734 w 1436974"/>
                <a:gd name="connsiteY6" fmla="*/ 1859360 h 1859550"/>
                <a:gd name="connsiteX7" fmla="*/ 3548 w 1436974"/>
                <a:gd name="connsiteY7" fmla="*/ 1737557 h 1859550"/>
                <a:gd name="connsiteX8" fmla="*/ 67 w 1436974"/>
                <a:gd name="connsiteY8" fmla="*/ 116742 h 1859550"/>
                <a:gd name="connsiteX0" fmla="*/ 67 w 1436974"/>
                <a:gd name="connsiteY0" fmla="*/ 116742 h 1859550"/>
                <a:gd name="connsiteX1" fmla="*/ 125112 w 1436974"/>
                <a:gd name="connsiteY1" fmla="*/ 2898 h 1859550"/>
                <a:gd name="connsiteX2" fmla="*/ 1301094 w 1436974"/>
                <a:gd name="connsiteY2" fmla="*/ 0 h 1859550"/>
                <a:gd name="connsiteX3" fmla="*/ 1436974 w 1436974"/>
                <a:gd name="connsiteY3" fmla="*/ 141328 h 1859550"/>
                <a:gd name="connsiteX4" fmla="*/ 1434335 w 1436974"/>
                <a:gd name="connsiteY4" fmla="*/ 1732847 h 1859550"/>
                <a:gd name="connsiteX5" fmla="*/ 1312644 w 1436974"/>
                <a:gd name="connsiteY5" fmla="*/ 1858278 h 1859550"/>
                <a:gd name="connsiteX6" fmla="*/ 125734 w 1436974"/>
                <a:gd name="connsiteY6" fmla="*/ 1859360 h 1859550"/>
                <a:gd name="connsiteX7" fmla="*/ 3548 w 1436974"/>
                <a:gd name="connsiteY7" fmla="*/ 1737557 h 1859550"/>
                <a:gd name="connsiteX8" fmla="*/ 67 w 1436974"/>
                <a:gd name="connsiteY8" fmla="*/ 116742 h 1859550"/>
                <a:gd name="connsiteX0" fmla="*/ 67 w 1437006"/>
                <a:gd name="connsiteY0" fmla="*/ 117826 h 1860634"/>
                <a:gd name="connsiteX1" fmla="*/ 125112 w 1437006"/>
                <a:gd name="connsiteY1" fmla="*/ 3982 h 1860634"/>
                <a:gd name="connsiteX2" fmla="*/ 1310333 w 1437006"/>
                <a:gd name="connsiteY2" fmla="*/ 0 h 1860634"/>
                <a:gd name="connsiteX3" fmla="*/ 1436974 w 1437006"/>
                <a:gd name="connsiteY3" fmla="*/ 142412 h 1860634"/>
                <a:gd name="connsiteX4" fmla="*/ 1434335 w 1437006"/>
                <a:gd name="connsiteY4" fmla="*/ 1733931 h 1860634"/>
                <a:gd name="connsiteX5" fmla="*/ 1312644 w 1437006"/>
                <a:gd name="connsiteY5" fmla="*/ 1859362 h 1860634"/>
                <a:gd name="connsiteX6" fmla="*/ 125734 w 1437006"/>
                <a:gd name="connsiteY6" fmla="*/ 1860444 h 1860634"/>
                <a:gd name="connsiteX7" fmla="*/ 3548 w 1437006"/>
                <a:gd name="connsiteY7" fmla="*/ 1738641 h 1860634"/>
                <a:gd name="connsiteX8" fmla="*/ 67 w 1437006"/>
                <a:gd name="connsiteY8" fmla="*/ 117826 h 1860634"/>
                <a:gd name="connsiteX0" fmla="*/ 67 w 1437264"/>
                <a:gd name="connsiteY0" fmla="*/ 118909 h 1861717"/>
                <a:gd name="connsiteX1" fmla="*/ 125112 w 1437264"/>
                <a:gd name="connsiteY1" fmla="*/ 5065 h 1861717"/>
                <a:gd name="connsiteX2" fmla="*/ 1316933 w 1437264"/>
                <a:gd name="connsiteY2" fmla="*/ 0 h 1861717"/>
                <a:gd name="connsiteX3" fmla="*/ 1436974 w 1437264"/>
                <a:gd name="connsiteY3" fmla="*/ 143495 h 1861717"/>
                <a:gd name="connsiteX4" fmla="*/ 1434335 w 1437264"/>
                <a:gd name="connsiteY4" fmla="*/ 1735014 h 1861717"/>
                <a:gd name="connsiteX5" fmla="*/ 1312644 w 1437264"/>
                <a:gd name="connsiteY5" fmla="*/ 1860445 h 1861717"/>
                <a:gd name="connsiteX6" fmla="*/ 125734 w 1437264"/>
                <a:gd name="connsiteY6" fmla="*/ 1861527 h 1861717"/>
                <a:gd name="connsiteX7" fmla="*/ 3548 w 1437264"/>
                <a:gd name="connsiteY7" fmla="*/ 1739724 h 1861717"/>
                <a:gd name="connsiteX8" fmla="*/ 67 w 1437264"/>
                <a:gd name="connsiteY8" fmla="*/ 118909 h 1861717"/>
                <a:gd name="connsiteX0" fmla="*/ 67 w 1436649"/>
                <a:gd name="connsiteY0" fmla="*/ 118950 h 1861758"/>
                <a:gd name="connsiteX1" fmla="*/ 125112 w 1436649"/>
                <a:gd name="connsiteY1" fmla="*/ 5106 h 1861758"/>
                <a:gd name="connsiteX2" fmla="*/ 1316933 w 1436649"/>
                <a:gd name="connsiteY2" fmla="*/ 41 h 1861758"/>
                <a:gd name="connsiteX3" fmla="*/ 1436314 w 1436649"/>
                <a:gd name="connsiteY3" fmla="*/ 126201 h 1861758"/>
                <a:gd name="connsiteX4" fmla="*/ 1434335 w 1436649"/>
                <a:gd name="connsiteY4" fmla="*/ 1735055 h 1861758"/>
                <a:gd name="connsiteX5" fmla="*/ 1312644 w 1436649"/>
                <a:gd name="connsiteY5" fmla="*/ 1860486 h 1861758"/>
                <a:gd name="connsiteX6" fmla="*/ 125734 w 1436649"/>
                <a:gd name="connsiteY6" fmla="*/ 1861568 h 1861758"/>
                <a:gd name="connsiteX7" fmla="*/ 3548 w 1436649"/>
                <a:gd name="connsiteY7" fmla="*/ 1739765 h 1861758"/>
                <a:gd name="connsiteX8" fmla="*/ 67 w 1436649"/>
                <a:gd name="connsiteY8" fmla="*/ 118950 h 186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6649" h="1861758">
                  <a:moveTo>
                    <a:pt x="67" y="118950"/>
                  </a:moveTo>
                  <a:cubicBezTo>
                    <a:pt x="67" y="-13208"/>
                    <a:pt x="-7046" y="5106"/>
                    <a:pt x="125112" y="5106"/>
                  </a:cubicBezTo>
                  <a:lnTo>
                    <a:pt x="1316933" y="41"/>
                  </a:lnTo>
                  <a:cubicBezTo>
                    <a:pt x="1449091" y="41"/>
                    <a:pt x="1436314" y="-5957"/>
                    <a:pt x="1436314" y="126201"/>
                  </a:cubicBezTo>
                  <a:cubicBezTo>
                    <a:pt x="1435434" y="656707"/>
                    <a:pt x="1435215" y="1204549"/>
                    <a:pt x="1434335" y="1735055"/>
                  </a:cubicBezTo>
                  <a:cubicBezTo>
                    <a:pt x="1434335" y="1867213"/>
                    <a:pt x="1444802" y="1860486"/>
                    <a:pt x="1312644" y="1860486"/>
                  </a:cubicBezTo>
                  <a:lnTo>
                    <a:pt x="125734" y="1861568"/>
                  </a:lnTo>
                  <a:cubicBezTo>
                    <a:pt x="-6424" y="1861568"/>
                    <a:pt x="3548" y="1871923"/>
                    <a:pt x="3548" y="1739765"/>
                  </a:cubicBezTo>
                  <a:cubicBezTo>
                    <a:pt x="2339" y="1213104"/>
                    <a:pt x="1276" y="645611"/>
                    <a:pt x="67" y="11895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# Nhập hai số nguyên a và b</a:t>
              </a:r>
              <a:endParaRPr lang="vi-VN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INPUT a, b</a:t>
              </a:r>
              <a:endParaRPr lang="vi-VN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vi-VN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# Tính tổng của a và b</a:t>
              </a:r>
              <a:endParaRPr lang="vi-VN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sum </a:t>
              </a:r>
              <a:r>
                <a:rPr lang="vi-VN" sz="120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vi-VN" sz="120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  <a:endParaRPr lang="vi-VN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vi-VN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# In ra kết quả</a:t>
              </a:r>
              <a:endParaRPr lang="vi-VN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OUTPUT sum</a:t>
              </a:r>
              <a:endParaRPr lang="vi-VN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D1244A1-8832-D463-75D0-FE22AE5FA4BA}"/>
              </a:ext>
            </a:extLst>
          </p:cNvPr>
          <p:cNvGrpSpPr/>
          <p:nvPr/>
        </p:nvGrpSpPr>
        <p:grpSpPr>
          <a:xfrm>
            <a:off x="1786202" y="2151096"/>
            <a:ext cx="429261" cy="93345"/>
            <a:chOff x="0" y="0"/>
            <a:chExt cx="429712" cy="9395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BB97470-FDDF-8232-9DBB-65A5DC0F1979}"/>
                </a:ext>
              </a:extLst>
            </p:cNvPr>
            <p:cNvSpPr/>
            <p:nvPr/>
          </p:nvSpPr>
          <p:spPr>
            <a:xfrm>
              <a:off x="0" y="0"/>
              <a:ext cx="95278" cy="9395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vi-VN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DF3C2FA-1373-9752-51F3-157D75DA995A}"/>
                </a:ext>
              </a:extLst>
            </p:cNvPr>
            <p:cNvSpPr/>
            <p:nvPr/>
          </p:nvSpPr>
          <p:spPr>
            <a:xfrm>
              <a:off x="169334" y="0"/>
              <a:ext cx="95278" cy="9395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vi-V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9D1B39-2286-8205-850E-94564997C9A4}"/>
                </a:ext>
              </a:extLst>
            </p:cNvPr>
            <p:cNvSpPr/>
            <p:nvPr/>
          </p:nvSpPr>
          <p:spPr>
            <a:xfrm>
              <a:off x="334434" y="0"/>
              <a:ext cx="95278" cy="9395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vi-V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BCD4D3-4B9C-879A-9697-2B4A232AE482}"/>
              </a:ext>
            </a:extLst>
          </p:cNvPr>
          <p:cNvGrpSpPr/>
          <p:nvPr/>
        </p:nvGrpSpPr>
        <p:grpSpPr>
          <a:xfrm>
            <a:off x="3070064" y="2044700"/>
            <a:ext cx="3876709" cy="4906076"/>
            <a:chOff x="3070064" y="2044700"/>
            <a:chExt cx="3876709" cy="490607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7DA68A8-A3E1-127A-4C05-FEFF4F15EB45}"/>
                </a:ext>
              </a:extLst>
            </p:cNvPr>
            <p:cNvGrpSpPr/>
            <p:nvPr/>
          </p:nvGrpSpPr>
          <p:grpSpPr>
            <a:xfrm>
              <a:off x="3070064" y="2044700"/>
              <a:ext cx="3876709" cy="4906076"/>
              <a:chOff x="84426" y="1411062"/>
              <a:chExt cx="3322582" cy="182762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E87313E-D079-2C17-CC97-012FF256505D}"/>
                  </a:ext>
                </a:extLst>
              </p:cNvPr>
              <p:cNvSpPr/>
              <p:nvPr/>
            </p:nvSpPr>
            <p:spPr>
              <a:xfrm>
                <a:off x="84426" y="1411062"/>
                <a:ext cx="3322582" cy="1827625"/>
              </a:xfrm>
              <a:prstGeom prst="rect">
                <a:avLst/>
              </a:prstGeom>
              <a:gradFill flip="none" rotWithShape="1">
                <a:gsLst>
                  <a:gs pos="0">
                    <a:srgbClr val="245D90"/>
                  </a:gs>
                  <a:gs pos="50000">
                    <a:srgbClr val="FFFF00"/>
                  </a:gs>
                  <a:gs pos="100000">
                    <a:schemeClr val="accent6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vi-VN" dirty="0"/>
              </a:p>
            </p:txBody>
          </p:sp>
          <p:sp>
            <p:nvSpPr>
              <p:cNvPr id="8" name="Rectangle: Rounded Corners 24">
                <a:extLst>
                  <a:ext uri="{FF2B5EF4-FFF2-40B4-BE49-F238E27FC236}">
                    <a16:creationId xmlns:a16="http://schemas.microsoft.com/office/drawing/2014/main" id="{F82E33AD-CA5C-22AD-939F-1FF78ECA1360}"/>
                  </a:ext>
                </a:extLst>
              </p:cNvPr>
              <p:cNvSpPr/>
              <p:nvPr/>
            </p:nvSpPr>
            <p:spPr>
              <a:xfrm>
                <a:off x="170519" y="1450697"/>
                <a:ext cx="3147834" cy="1740756"/>
              </a:xfrm>
              <a:custGeom>
                <a:avLst/>
                <a:gdLst>
                  <a:gd name="connsiteX0" fmla="*/ 0 w 1435735"/>
                  <a:gd name="connsiteY0" fmla="*/ 239294 h 1853565"/>
                  <a:gd name="connsiteX1" fmla="*/ 239294 w 1435735"/>
                  <a:gd name="connsiteY1" fmla="*/ 0 h 1853565"/>
                  <a:gd name="connsiteX2" fmla="*/ 1196441 w 1435735"/>
                  <a:gd name="connsiteY2" fmla="*/ 0 h 1853565"/>
                  <a:gd name="connsiteX3" fmla="*/ 1435735 w 1435735"/>
                  <a:gd name="connsiteY3" fmla="*/ 239294 h 1853565"/>
                  <a:gd name="connsiteX4" fmla="*/ 1435735 w 1435735"/>
                  <a:gd name="connsiteY4" fmla="*/ 1614271 h 1853565"/>
                  <a:gd name="connsiteX5" fmla="*/ 1196441 w 1435735"/>
                  <a:gd name="connsiteY5" fmla="*/ 1853565 h 1853565"/>
                  <a:gd name="connsiteX6" fmla="*/ 239294 w 1435735"/>
                  <a:gd name="connsiteY6" fmla="*/ 1853565 h 1853565"/>
                  <a:gd name="connsiteX7" fmla="*/ 0 w 1435735"/>
                  <a:gd name="connsiteY7" fmla="*/ 1614271 h 1853565"/>
                  <a:gd name="connsiteX8" fmla="*/ 0 w 1435735"/>
                  <a:gd name="connsiteY8" fmla="*/ 239294 h 1853565"/>
                  <a:gd name="connsiteX0" fmla="*/ 0 w 1435735"/>
                  <a:gd name="connsiteY0" fmla="*/ 139508 h 1853565"/>
                  <a:gd name="connsiteX1" fmla="*/ 239294 w 1435735"/>
                  <a:gd name="connsiteY1" fmla="*/ 0 h 1853565"/>
                  <a:gd name="connsiteX2" fmla="*/ 1196441 w 1435735"/>
                  <a:gd name="connsiteY2" fmla="*/ 0 h 1853565"/>
                  <a:gd name="connsiteX3" fmla="*/ 1435735 w 1435735"/>
                  <a:gd name="connsiteY3" fmla="*/ 239294 h 1853565"/>
                  <a:gd name="connsiteX4" fmla="*/ 1435735 w 1435735"/>
                  <a:gd name="connsiteY4" fmla="*/ 1614271 h 1853565"/>
                  <a:gd name="connsiteX5" fmla="*/ 1196441 w 1435735"/>
                  <a:gd name="connsiteY5" fmla="*/ 1853565 h 1853565"/>
                  <a:gd name="connsiteX6" fmla="*/ 239294 w 1435735"/>
                  <a:gd name="connsiteY6" fmla="*/ 1853565 h 1853565"/>
                  <a:gd name="connsiteX7" fmla="*/ 0 w 1435735"/>
                  <a:gd name="connsiteY7" fmla="*/ 1614271 h 1853565"/>
                  <a:gd name="connsiteX8" fmla="*/ 0 w 1435735"/>
                  <a:gd name="connsiteY8" fmla="*/ 139508 h 1853565"/>
                  <a:gd name="connsiteX0" fmla="*/ 0 w 1435735"/>
                  <a:gd name="connsiteY0" fmla="*/ 139508 h 1853565"/>
                  <a:gd name="connsiteX1" fmla="*/ 134066 w 1435735"/>
                  <a:gd name="connsiteY1" fmla="*/ 0 h 1853565"/>
                  <a:gd name="connsiteX2" fmla="*/ 1196441 w 1435735"/>
                  <a:gd name="connsiteY2" fmla="*/ 0 h 1853565"/>
                  <a:gd name="connsiteX3" fmla="*/ 1435735 w 1435735"/>
                  <a:gd name="connsiteY3" fmla="*/ 239294 h 1853565"/>
                  <a:gd name="connsiteX4" fmla="*/ 1435735 w 1435735"/>
                  <a:gd name="connsiteY4" fmla="*/ 1614271 h 1853565"/>
                  <a:gd name="connsiteX5" fmla="*/ 1196441 w 1435735"/>
                  <a:gd name="connsiteY5" fmla="*/ 1853565 h 1853565"/>
                  <a:gd name="connsiteX6" fmla="*/ 239294 w 1435735"/>
                  <a:gd name="connsiteY6" fmla="*/ 1853565 h 1853565"/>
                  <a:gd name="connsiteX7" fmla="*/ 0 w 1435735"/>
                  <a:gd name="connsiteY7" fmla="*/ 1614271 h 1853565"/>
                  <a:gd name="connsiteX8" fmla="*/ 0 w 1435735"/>
                  <a:gd name="connsiteY8" fmla="*/ 139508 h 1853565"/>
                  <a:gd name="connsiteX0" fmla="*/ 0 w 1435735"/>
                  <a:gd name="connsiteY0" fmla="*/ 141323 h 1855380"/>
                  <a:gd name="connsiteX1" fmla="*/ 134066 w 1435735"/>
                  <a:gd name="connsiteY1" fmla="*/ 1815 h 1855380"/>
                  <a:gd name="connsiteX2" fmla="*/ 1299855 w 1435735"/>
                  <a:gd name="connsiteY2" fmla="*/ 0 h 1855380"/>
                  <a:gd name="connsiteX3" fmla="*/ 1435735 w 1435735"/>
                  <a:gd name="connsiteY3" fmla="*/ 241109 h 1855380"/>
                  <a:gd name="connsiteX4" fmla="*/ 1435735 w 1435735"/>
                  <a:gd name="connsiteY4" fmla="*/ 1616086 h 1855380"/>
                  <a:gd name="connsiteX5" fmla="*/ 1196441 w 1435735"/>
                  <a:gd name="connsiteY5" fmla="*/ 1855380 h 1855380"/>
                  <a:gd name="connsiteX6" fmla="*/ 239294 w 1435735"/>
                  <a:gd name="connsiteY6" fmla="*/ 1855380 h 1855380"/>
                  <a:gd name="connsiteX7" fmla="*/ 0 w 1435735"/>
                  <a:gd name="connsiteY7" fmla="*/ 1616086 h 1855380"/>
                  <a:gd name="connsiteX8" fmla="*/ 0 w 1435735"/>
                  <a:gd name="connsiteY8" fmla="*/ 141323 h 1855380"/>
                  <a:gd name="connsiteX0" fmla="*/ 0 w 1435735"/>
                  <a:gd name="connsiteY0" fmla="*/ 141323 h 1855380"/>
                  <a:gd name="connsiteX1" fmla="*/ 134066 w 1435735"/>
                  <a:gd name="connsiteY1" fmla="*/ 1815 h 1855380"/>
                  <a:gd name="connsiteX2" fmla="*/ 1299855 w 1435735"/>
                  <a:gd name="connsiteY2" fmla="*/ 0 h 1855380"/>
                  <a:gd name="connsiteX3" fmla="*/ 1435735 w 1435735"/>
                  <a:gd name="connsiteY3" fmla="*/ 141328 h 1855380"/>
                  <a:gd name="connsiteX4" fmla="*/ 1435735 w 1435735"/>
                  <a:gd name="connsiteY4" fmla="*/ 1616086 h 1855380"/>
                  <a:gd name="connsiteX5" fmla="*/ 1196441 w 1435735"/>
                  <a:gd name="connsiteY5" fmla="*/ 1855380 h 1855380"/>
                  <a:gd name="connsiteX6" fmla="*/ 239294 w 1435735"/>
                  <a:gd name="connsiteY6" fmla="*/ 1855380 h 1855380"/>
                  <a:gd name="connsiteX7" fmla="*/ 0 w 1435735"/>
                  <a:gd name="connsiteY7" fmla="*/ 1616086 h 1855380"/>
                  <a:gd name="connsiteX8" fmla="*/ 0 w 1435735"/>
                  <a:gd name="connsiteY8" fmla="*/ 141323 h 1855380"/>
                  <a:gd name="connsiteX0" fmla="*/ 0 w 1435735"/>
                  <a:gd name="connsiteY0" fmla="*/ 141323 h 1857194"/>
                  <a:gd name="connsiteX1" fmla="*/ 134066 w 1435735"/>
                  <a:gd name="connsiteY1" fmla="*/ 1815 h 1857194"/>
                  <a:gd name="connsiteX2" fmla="*/ 1299855 w 1435735"/>
                  <a:gd name="connsiteY2" fmla="*/ 0 h 1857194"/>
                  <a:gd name="connsiteX3" fmla="*/ 1435735 w 1435735"/>
                  <a:gd name="connsiteY3" fmla="*/ 141328 h 1857194"/>
                  <a:gd name="connsiteX4" fmla="*/ 1435735 w 1435735"/>
                  <a:gd name="connsiteY4" fmla="*/ 1616086 h 1857194"/>
                  <a:gd name="connsiteX5" fmla="*/ 1196441 w 1435735"/>
                  <a:gd name="connsiteY5" fmla="*/ 1855380 h 1857194"/>
                  <a:gd name="connsiteX6" fmla="*/ 137694 w 1435735"/>
                  <a:gd name="connsiteY6" fmla="*/ 1857194 h 1857194"/>
                  <a:gd name="connsiteX7" fmla="*/ 0 w 1435735"/>
                  <a:gd name="connsiteY7" fmla="*/ 1616086 h 1857194"/>
                  <a:gd name="connsiteX8" fmla="*/ 0 w 1435735"/>
                  <a:gd name="connsiteY8" fmla="*/ 141323 h 1857194"/>
                  <a:gd name="connsiteX0" fmla="*/ 0 w 1435735"/>
                  <a:gd name="connsiteY0" fmla="*/ 141323 h 1857194"/>
                  <a:gd name="connsiteX1" fmla="*/ 134066 w 1435735"/>
                  <a:gd name="connsiteY1" fmla="*/ 1815 h 1857194"/>
                  <a:gd name="connsiteX2" fmla="*/ 1299855 w 1435735"/>
                  <a:gd name="connsiteY2" fmla="*/ 0 h 1857194"/>
                  <a:gd name="connsiteX3" fmla="*/ 1435735 w 1435735"/>
                  <a:gd name="connsiteY3" fmla="*/ 141328 h 1857194"/>
                  <a:gd name="connsiteX4" fmla="*/ 1435735 w 1435735"/>
                  <a:gd name="connsiteY4" fmla="*/ 1616086 h 1857194"/>
                  <a:gd name="connsiteX5" fmla="*/ 1196441 w 1435735"/>
                  <a:gd name="connsiteY5" fmla="*/ 1855380 h 1857194"/>
                  <a:gd name="connsiteX6" fmla="*/ 137694 w 1435735"/>
                  <a:gd name="connsiteY6" fmla="*/ 1857194 h 1857194"/>
                  <a:gd name="connsiteX7" fmla="*/ 3628 w 1435735"/>
                  <a:gd name="connsiteY7" fmla="*/ 1721305 h 1857194"/>
                  <a:gd name="connsiteX8" fmla="*/ 0 w 1435735"/>
                  <a:gd name="connsiteY8" fmla="*/ 141323 h 1857194"/>
                  <a:gd name="connsiteX0" fmla="*/ 0 w 1435735"/>
                  <a:gd name="connsiteY0" fmla="*/ 141323 h 1857194"/>
                  <a:gd name="connsiteX1" fmla="*/ 134066 w 1435735"/>
                  <a:gd name="connsiteY1" fmla="*/ 1815 h 1857194"/>
                  <a:gd name="connsiteX2" fmla="*/ 1299855 w 1435735"/>
                  <a:gd name="connsiteY2" fmla="*/ 0 h 1857194"/>
                  <a:gd name="connsiteX3" fmla="*/ 1435735 w 1435735"/>
                  <a:gd name="connsiteY3" fmla="*/ 141328 h 1857194"/>
                  <a:gd name="connsiteX4" fmla="*/ 1435735 w 1435735"/>
                  <a:gd name="connsiteY4" fmla="*/ 1616086 h 1857194"/>
                  <a:gd name="connsiteX5" fmla="*/ 1296227 w 1435735"/>
                  <a:gd name="connsiteY5" fmla="*/ 1857194 h 1857194"/>
                  <a:gd name="connsiteX6" fmla="*/ 137694 w 1435735"/>
                  <a:gd name="connsiteY6" fmla="*/ 1857194 h 1857194"/>
                  <a:gd name="connsiteX7" fmla="*/ 3628 w 1435735"/>
                  <a:gd name="connsiteY7" fmla="*/ 1721305 h 1857194"/>
                  <a:gd name="connsiteX8" fmla="*/ 0 w 1435735"/>
                  <a:gd name="connsiteY8" fmla="*/ 141323 h 1857194"/>
                  <a:gd name="connsiteX0" fmla="*/ 0 w 1435735"/>
                  <a:gd name="connsiteY0" fmla="*/ 141323 h 1857194"/>
                  <a:gd name="connsiteX1" fmla="*/ 134066 w 1435735"/>
                  <a:gd name="connsiteY1" fmla="*/ 1815 h 1857194"/>
                  <a:gd name="connsiteX2" fmla="*/ 1299855 w 1435735"/>
                  <a:gd name="connsiteY2" fmla="*/ 0 h 1857194"/>
                  <a:gd name="connsiteX3" fmla="*/ 1435735 w 1435735"/>
                  <a:gd name="connsiteY3" fmla="*/ 141328 h 1857194"/>
                  <a:gd name="connsiteX4" fmla="*/ 1435735 w 1435735"/>
                  <a:gd name="connsiteY4" fmla="*/ 1717677 h 1857194"/>
                  <a:gd name="connsiteX5" fmla="*/ 1296227 w 1435735"/>
                  <a:gd name="connsiteY5" fmla="*/ 1857194 h 1857194"/>
                  <a:gd name="connsiteX6" fmla="*/ 137694 w 1435735"/>
                  <a:gd name="connsiteY6" fmla="*/ 1857194 h 1857194"/>
                  <a:gd name="connsiteX7" fmla="*/ 3628 w 1435735"/>
                  <a:gd name="connsiteY7" fmla="*/ 1721305 h 1857194"/>
                  <a:gd name="connsiteX8" fmla="*/ 0 w 1435735"/>
                  <a:gd name="connsiteY8" fmla="*/ 141323 h 1857194"/>
                  <a:gd name="connsiteX0" fmla="*/ 63 w 1435798"/>
                  <a:gd name="connsiteY0" fmla="*/ 141323 h 1857194"/>
                  <a:gd name="connsiteX1" fmla="*/ 125256 w 1435798"/>
                  <a:gd name="connsiteY1" fmla="*/ 1815 h 1857194"/>
                  <a:gd name="connsiteX2" fmla="*/ 1299918 w 1435798"/>
                  <a:gd name="connsiteY2" fmla="*/ 0 h 1857194"/>
                  <a:gd name="connsiteX3" fmla="*/ 1435798 w 1435798"/>
                  <a:gd name="connsiteY3" fmla="*/ 141328 h 1857194"/>
                  <a:gd name="connsiteX4" fmla="*/ 1435798 w 1435798"/>
                  <a:gd name="connsiteY4" fmla="*/ 1717677 h 1857194"/>
                  <a:gd name="connsiteX5" fmla="*/ 1296290 w 1435798"/>
                  <a:gd name="connsiteY5" fmla="*/ 1857194 h 1857194"/>
                  <a:gd name="connsiteX6" fmla="*/ 137757 w 1435798"/>
                  <a:gd name="connsiteY6" fmla="*/ 1857194 h 1857194"/>
                  <a:gd name="connsiteX7" fmla="*/ 3691 w 1435798"/>
                  <a:gd name="connsiteY7" fmla="*/ 1721305 h 1857194"/>
                  <a:gd name="connsiteX8" fmla="*/ 63 w 1435798"/>
                  <a:gd name="connsiteY8" fmla="*/ 141323 h 1857194"/>
                  <a:gd name="connsiteX0" fmla="*/ 61 w 1435859"/>
                  <a:gd name="connsiteY0" fmla="*/ 130398 h 1857194"/>
                  <a:gd name="connsiteX1" fmla="*/ 125317 w 1435859"/>
                  <a:gd name="connsiteY1" fmla="*/ 1815 h 1857194"/>
                  <a:gd name="connsiteX2" fmla="*/ 1299979 w 1435859"/>
                  <a:gd name="connsiteY2" fmla="*/ 0 h 1857194"/>
                  <a:gd name="connsiteX3" fmla="*/ 1435859 w 1435859"/>
                  <a:gd name="connsiteY3" fmla="*/ 141328 h 1857194"/>
                  <a:gd name="connsiteX4" fmla="*/ 1435859 w 1435859"/>
                  <a:gd name="connsiteY4" fmla="*/ 1717677 h 1857194"/>
                  <a:gd name="connsiteX5" fmla="*/ 1296351 w 1435859"/>
                  <a:gd name="connsiteY5" fmla="*/ 1857194 h 1857194"/>
                  <a:gd name="connsiteX6" fmla="*/ 137818 w 1435859"/>
                  <a:gd name="connsiteY6" fmla="*/ 1857194 h 1857194"/>
                  <a:gd name="connsiteX7" fmla="*/ 3752 w 1435859"/>
                  <a:gd name="connsiteY7" fmla="*/ 1721305 h 1857194"/>
                  <a:gd name="connsiteX8" fmla="*/ 61 w 1435859"/>
                  <a:gd name="connsiteY8" fmla="*/ 130398 h 1857194"/>
                  <a:gd name="connsiteX0" fmla="*/ 37 w 1436944"/>
                  <a:gd name="connsiteY0" fmla="*/ 116742 h 1857194"/>
                  <a:gd name="connsiteX1" fmla="*/ 126402 w 1436944"/>
                  <a:gd name="connsiteY1" fmla="*/ 1815 h 1857194"/>
                  <a:gd name="connsiteX2" fmla="*/ 1301064 w 1436944"/>
                  <a:gd name="connsiteY2" fmla="*/ 0 h 1857194"/>
                  <a:gd name="connsiteX3" fmla="*/ 1436944 w 1436944"/>
                  <a:gd name="connsiteY3" fmla="*/ 141328 h 1857194"/>
                  <a:gd name="connsiteX4" fmla="*/ 1436944 w 1436944"/>
                  <a:gd name="connsiteY4" fmla="*/ 1717677 h 1857194"/>
                  <a:gd name="connsiteX5" fmla="*/ 1297436 w 1436944"/>
                  <a:gd name="connsiteY5" fmla="*/ 1857194 h 1857194"/>
                  <a:gd name="connsiteX6" fmla="*/ 138903 w 1436944"/>
                  <a:gd name="connsiteY6" fmla="*/ 1857194 h 1857194"/>
                  <a:gd name="connsiteX7" fmla="*/ 4837 w 1436944"/>
                  <a:gd name="connsiteY7" fmla="*/ 1721305 h 1857194"/>
                  <a:gd name="connsiteX8" fmla="*/ 37 w 1436944"/>
                  <a:gd name="connsiteY8" fmla="*/ 116742 h 1857194"/>
                  <a:gd name="connsiteX0" fmla="*/ 37 w 1436944"/>
                  <a:gd name="connsiteY0" fmla="*/ 116742 h 1859360"/>
                  <a:gd name="connsiteX1" fmla="*/ 126402 w 1436944"/>
                  <a:gd name="connsiteY1" fmla="*/ 1815 h 1859360"/>
                  <a:gd name="connsiteX2" fmla="*/ 1301064 w 1436944"/>
                  <a:gd name="connsiteY2" fmla="*/ 0 h 1859360"/>
                  <a:gd name="connsiteX3" fmla="*/ 1436944 w 1436944"/>
                  <a:gd name="connsiteY3" fmla="*/ 141328 h 1859360"/>
                  <a:gd name="connsiteX4" fmla="*/ 1436944 w 1436944"/>
                  <a:gd name="connsiteY4" fmla="*/ 1717677 h 1859360"/>
                  <a:gd name="connsiteX5" fmla="*/ 1297436 w 1436944"/>
                  <a:gd name="connsiteY5" fmla="*/ 1857194 h 1859360"/>
                  <a:gd name="connsiteX6" fmla="*/ 125704 w 1436944"/>
                  <a:gd name="connsiteY6" fmla="*/ 1859360 h 1859360"/>
                  <a:gd name="connsiteX7" fmla="*/ 4837 w 1436944"/>
                  <a:gd name="connsiteY7" fmla="*/ 1721305 h 1859360"/>
                  <a:gd name="connsiteX8" fmla="*/ 37 w 1436944"/>
                  <a:gd name="connsiteY8" fmla="*/ 116742 h 1859360"/>
                  <a:gd name="connsiteX0" fmla="*/ 37 w 1436944"/>
                  <a:gd name="connsiteY0" fmla="*/ 116742 h 1859550"/>
                  <a:gd name="connsiteX1" fmla="*/ 126402 w 1436944"/>
                  <a:gd name="connsiteY1" fmla="*/ 1815 h 1859550"/>
                  <a:gd name="connsiteX2" fmla="*/ 1301064 w 1436944"/>
                  <a:gd name="connsiteY2" fmla="*/ 0 h 1859550"/>
                  <a:gd name="connsiteX3" fmla="*/ 1436944 w 1436944"/>
                  <a:gd name="connsiteY3" fmla="*/ 141328 h 1859550"/>
                  <a:gd name="connsiteX4" fmla="*/ 1436944 w 1436944"/>
                  <a:gd name="connsiteY4" fmla="*/ 1717677 h 1859550"/>
                  <a:gd name="connsiteX5" fmla="*/ 1297436 w 1436944"/>
                  <a:gd name="connsiteY5" fmla="*/ 1857194 h 1859550"/>
                  <a:gd name="connsiteX6" fmla="*/ 125704 w 1436944"/>
                  <a:gd name="connsiteY6" fmla="*/ 1859360 h 1859550"/>
                  <a:gd name="connsiteX7" fmla="*/ 3518 w 1436944"/>
                  <a:gd name="connsiteY7" fmla="*/ 1737557 h 1859550"/>
                  <a:gd name="connsiteX8" fmla="*/ 37 w 1436944"/>
                  <a:gd name="connsiteY8" fmla="*/ 116742 h 1859550"/>
                  <a:gd name="connsiteX0" fmla="*/ 67 w 1436974"/>
                  <a:gd name="connsiteY0" fmla="*/ 116742 h 1859550"/>
                  <a:gd name="connsiteX1" fmla="*/ 125112 w 1436974"/>
                  <a:gd name="connsiteY1" fmla="*/ 2898 h 1859550"/>
                  <a:gd name="connsiteX2" fmla="*/ 1301094 w 1436974"/>
                  <a:gd name="connsiteY2" fmla="*/ 0 h 1859550"/>
                  <a:gd name="connsiteX3" fmla="*/ 1436974 w 1436974"/>
                  <a:gd name="connsiteY3" fmla="*/ 141328 h 1859550"/>
                  <a:gd name="connsiteX4" fmla="*/ 1436974 w 1436974"/>
                  <a:gd name="connsiteY4" fmla="*/ 1717677 h 1859550"/>
                  <a:gd name="connsiteX5" fmla="*/ 1297466 w 1436974"/>
                  <a:gd name="connsiteY5" fmla="*/ 1857194 h 1859550"/>
                  <a:gd name="connsiteX6" fmla="*/ 125734 w 1436974"/>
                  <a:gd name="connsiteY6" fmla="*/ 1859360 h 1859550"/>
                  <a:gd name="connsiteX7" fmla="*/ 3548 w 1436974"/>
                  <a:gd name="connsiteY7" fmla="*/ 1737557 h 1859550"/>
                  <a:gd name="connsiteX8" fmla="*/ 67 w 1436974"/>
                  <a:gd name="connsiteY8" fmla="*/ 116742 h 1859550"/>
                  <a:gd name="connsiteX0" fmla="*/ 67 w 1437061"/>
                  <a:gd name="connsiteY0" fmla="*/ 116742 h 1859550"/>
                  <a:gd name="connsiteX1" fmla="*/ 125112 w 1437061"/>
                  <a:gd name="connsiteY1" fmla="*/ 2898 h 1859550"/>
                  <a:gd name="connsiteX2" fmla="*/ 1301094 w 1437061"/>
                  <a:gd name="connsiteY2" fmla="*/ 0 h 1859550"/>
                  <a:gd name="connsiteX3" fmla="*/ 1436974 w 1437061"/>
                  <a:gd name="connsiteY3" fmla="*/ 141328 h 1859550"/>
                  <a:gd name="connsiteX4" fmla="*/ 1436974 w 1437061"/>
                  <a:gd name="connsiteY4" fmla="*/ 1717677 h 1859550"/>
                  <a:gd name="connsiteX5" fmla="*/ 1312644 w 1437061"/>
                  <a:gd name="connsiteY5" fmla="*/ 1858278 h 1859550"/>
                  <a:gd name="connsiteX6" fmla="*/ 125734 w 1437061"/>
                  <a:gd name="connsiteY6" fmla="*/ 1859360 h 1859550"/>
                  <a:gd name="connsiteX7" fmla="*/ 3548 w 1437061"/>
                  <a:gd name="connsiteY7" fmla="*/ 1737557 h 1859550"/>
                  <a:gd name="connsiteX8" fmla="*/ 67 w 1437061"/>
                  <a:gd name="connsiteY8" fmla="*/ 116742 h 1859550"/>
                  <a:gd name="connsiteX0" fmla="*/ 67 w 1436974"/>
                  <a:gd name="connsiteY0" fmla="*/ 116742 h 1859550"/>
                  <a:gd name="connsiteX1" fmla="*/ 125112 w 1436974"/>
                  <a:gd name="connsiteY1" fmla="*/ 2898 h 1859550"/>
                  <a:gd name="connsiteX2" fmla="*/ 1301094 w 1436974"/>
                  <a:gd name="connsiteY2" fmla="*/ 0 h 1859550"/>
                  <a:gd name="connsiteX3" fmla="*/ 1436974 w 1436974"/>
                  <a:gd name="connsiteY3" fmla="*/ 141328 h 1859550"/>
                  <a:gd name="connsiteX4" fmla="*/ 1436314 w 1436974"/>
                  <a:gd name="connsiteY4" fmla="*/ 1726346 h 1859550"/>
                  <a:gd name="connsiteX5" fmla="*/ 1312644 w 1436974"/>
                  <a:gd name="connsiteY5" fmla="*/ 1858278 h 1859550"/>
                  <a:gd name="connsiteX6" fmla="*/ 125734 w 1436974"/>
                  <a:gd name="connsiteY6" fmla="*/ 1859360 h 1859550"/>
                  <a:gd name="connsiteX7" fmla="*/ 3548 w 1436974"/>
                  <a:gd name="connsiteY7" fmla="*/ 1737557 h 1859550"/>
                  <a:gd name="connsiteX8" fmla="*/ 67 w 1436974"/>
                  <a:gd name="connsiteY8" fmla="*/ 116742 h 1859550"/>
                  <a:gd name="connsiteX0" fmla="*/ 67 w 1436974"/>
                  <a:gd name="connsiteY0" fmla="*/ 116742 h 1859550"/>
                  <a:gd name="connsiteX1" fmla="*/ 125112 w 1436974"/>
                  <a:gd name="connsiteY1" fmla="*/ 2898 h 1859550"/>
                  <a:gd name="connsiteX2" fmla="*/ 1301094 w 1436974"/>
                  <a:gd name="connsiteY2" fmla="*/ 0 h 1859550"/>
                  <a:gd name="connsiteX3" fmla="*/ 1436974 w 1436974"/>
                  <a:gd name="connsiteY3" fmla="*/ 141328 h 1859550"/>
                  <a:gd name="connsiteX4" fmla="*/ 1434335 w 1436974"/>
                  <a:gd name="connsiteY4" fmla="*/ 1732847 h 1859550"/>
                  <a:gd name="connsiteX5" fmla="*/ 1312644 w 1436974"/>
                  <a:gd name="connsiteY5" fmla="*/ 1858278 h 1859550"/>
                  <a:gd name="connsiteX6" fmla="*/ 125734 w 1436974"/>
                  <a:gd name="connsiteY6" fmla="*/ 1859360 h 1859550"/>
                  <a:gd name="connsiteX7" fmla="*/ 3548 w 1436974"/>
                  <a:gd name="connsiteY7" fmla="*/ 1737557 h 1859550"/>
                  <a:gd name="connsiteX8" fmla="*/ 67 w 1436974"/>
                  <a:gd name="connsiteY8" fmla="*/ 116742 h 1859550"/>
                  <a:gd name="connsiteX0" fmla="*/ 67 w 1437006"/>
                  <a:gd name="connsiteY0" fmla="*/ 117826 h 1860634"/>
                  <a:gd name="connsiteX1" fmla="*/ 125112 w 1437006"/>
                  <a:gd name="connsiteY1" fmla="*/ 3982 h 1860634"/>
                  <a:gd name="connsiteX2" fmla="*/ 1310333 w 1437006"/>
                  <a:gd name="connsiteY2" fmla="*/ 0 h 1860634"/>
                  <a:gd name="connsiteX3" fmla="*/ 1436974 w 1437006"/>
                  <a:gd name="connsiteY3" fmla="*/ 142412 h 1860634"/>
                  <a:gd name="connsiteX4" fmla="*/ 1434335 w 1437006"/>
                  <a:gd name="connsiteY4" fmla="*/ 1733931 h 1860634"/>
                  <a:gd name="connsiteX5" fmla="*/ 1312644 w 1437006"/>
                  <a:gd name="connsiteY5" fmla="*/ 1859362 h 1860634"/>
                  <a:gd name="connsiteX6" fmla="*/ 125734 w 1437006"/>
                  <a:gd name="connsiteY6" fmla="*/ 1860444 h 1860634"/>
                  <a:gd name="connsiteX7" fmla="*/ 3548 w 1437006"/>
                  <a:gd name="connsiteY7" fmla="*/ 1738641 h 1860634"/>
                  <a:gd name="connsiteX8" fmla="*/ 67 w 1437006"/>
                  <a:gd name="connsiteY8" fmla="*/ 117826 h 1860634"/>
                  <a:gd name="connsiteX0" fmla="*/ 67 w 1437264"/>
                  <a:gd name="connsiteY0" fmla="*/ 118909 h 1861717"/>
                  <a:gd name="connsiteX1" fmla="*/ 125112 w 1437264"/>
                  <a:gd name="connsiteY1" fmla="*/ 5065 h 1861717"/>
                  <a:gd name="connsiteX2" fmla="*/ 1316933 w 1437264"/>
                  <a:gd name="connsiteY2" fmla="*/ 0 h 1861717"/>
                  <a:gd name="connsiteX3" fmla="*/ 1436974 w 1437264"/>
                  <a:gd name="connsiteY3" fmla="*/ 143495 h 1861717"/>
                  <a:gd name="connsiteX4" fmla="*/ 1434335 w 1437264"/>
                  <a:gd name="connsiteY4" fmla="*/ 1735014 h 1861717"/>
                  <a:gd name="connsiteX5" fmla="*/ 1312644 w 1437264"/>
                  <a:gd name="connsiteY5" fmla="*/ 1860445 h 1861717"/>
                  <a:gd name="connsiteX6" fmla="*/ 125734 w 1437264"/>
                  <a:gd name="connsiteY6" fmla="*/ 1861527 h 1861717"/>
                  <a:gd name="connsiteX7" fmla="*/ 3548 w 1437264"/>
                  <a:gd name="connsiteY7" fmla="*/ 1739724 h 1861717"/>
                  <a:gd name="connsiteX8" fmla="*/ 67 w 1437264"/>
                  <a:gd name="connsiteY8" fmla="*/ 118909 h 1861717"/>
                  <a:gd name="connsiteX0" fmla="*/ 67 w 1436649"/>
                  <a:gd name="connsiteY0" fmla="*/ 118950 h 1861758"/>
                  <a:gd name="connsiteX1" fmla="*/ 125112 w 1436649"/>
                  <a:gd name="connsiteY1" fmla="*/ 5106 h 1861758"/>
                  <a:gd name="connsiteX2" fmla="*/ 1316933 w 1436649"/>
                  <a:gd name="connsiteY2" fmla="*/ 41 h 1861758"/>
                  <a:gd name="connsiteX3" fmla="*/ 1436314 w 1436649"/>
                  <a:gd name="connsiteY3" fmla="*/ 126201 h 1861758"/>
                  <a:gd name="connsiteX4" fmla="*/ 1434335 w 1436649"/>
                  <a:gd name="connsiteY4" fmla="*/ 1735055 h 1861758"/>
                  <a:gd name="connsiteX5" fmla="*/ 1312644 w 1436649"/>
                  <a:gd name="connsiteY5" fmla="*/ 1860486 h 1861758"/>
                  <a:gd name="connsiteX6" fmla="*/ 125734 w 1436649"/>
                  <a:gd name="connsiteY6" fmla="*/ 1861568 h 1861758"/>
                  <a:gd name="connsiteX7" fmla="*/ 3548 w 1436649"/>
                  <a:gd name="connsiteY7" fmla="*/ 1739765 h 1861758"/>
                  <a:gd name="connsiteX8" fmla="*/ 67 w 1436649"/>
                  <a:gd name="connsiteY8" fmla="*/ 118950 h 186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6649" h="1861758">
                    <a:moveTo>
                      <a:pt x="67" y="118950"/>
                    </a:moveTo>
                    <a:cubicBezTo>
                      <a:pt x="67" y="-13208"/>
                      <a:pt x="-7046" y="5106"/>
                      <a:pt x="125112" y="5106"/>
                    </a:cubicBezTo>
                    <a:lnTo>
                      <a:pt x="1316933" y="41"/>
                    </a:lnTo>
                    <a:cubicBezTo>
                      <a:pt x="1449091" y="41"/>
                      <a:pt x="1436314" y="-5957"/>
                      <a:pt x="1436314" y="126201"/>
                    </a:cubicBezTo>
                    <a:cubicBezTo>
                      <a:pt x="1435434" y="656707"/>
                      <a:pt x="1435215" y="1204549"/>
                      <a:pt x="1434335" y="1735055"/>
                    </a:cubicBezTo>
                    <a:cubicBezTo>
                      <a:pt x="1434335" y="1867213"/>
                      <a:pt x="1444802" y="1860486"/>
                      <a:pt x="1312644" y="1860486"/>
                    </a:cubicBezTo>
                    <a:lnTo>
                      <a:pt x="125734" y="1861568"/>
                    </a:lnTo>
                    <a:cubicBezTo>
                      <a:pt x="-6424" y="1861568"/>
                      <a:pt x="3548" y="1871923"/>
                      <a:pt x="3548" y="1739765"/>
                    </a:cubicBezTo>
                    <a:cubicBezTo>
                      <a:pt x="2339" y="1213104"/>
                      <a:pt x="1276" y="645611"/>
                      <a:pt x="67" y="118950"/>
                    </a:cubicBez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b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#include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&lt;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iostream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&gt;</a:t>
                </a:r>
              </a:p>
              <a:p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using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u="sng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namespace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u="sng" dirty="0" err="1">
                    <a:solidFill>
                      <a:srgbClr val="FFEEBB"/>
                    </a:solidFill>
                    <a:effectLst/>
                    <a:latin typeface="Consolas" panose="020B0609020204030204" pitchFamily="49" charset="0"/>
                  </a:rPr>
                  <a:t>std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</a:t>
                </a:r>
              </a:p>
              <a:p>
                <a:b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int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 err="1">
                    <a:solidFill>
                      <a:srgbClr val="DDBB88"/>
                    </a:solidFill>
                    <a:effectLst/>
                    <a:latin typeface="Consolas" panose="020B0609020204030204" pitchFamily="49" charset="0"/>
                  </a:rPr>
                  <a:t>main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() {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int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n;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cout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&lt;&lt;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AA44"/>
                    </a:solidFill>
                    <a:effectLst/>
                    <a:latin typeface="Consolas" panose="020B0609020204030204" pitchFamily="49" charset="0"/>
                  </a:rPr>
                  <a:t>"</a:t>
                </a:r>
                <a:r>
                  <a:rPr lang="vi-VN" sz="1200" b="0" dirty="0" err="1">
                    <a:solidFill>
                      <a:srgbClr val="22AA44"/>
                    </a:solidFill>
                    <a:effectLst/>
                    <a:latin typeface="Consolas" panose="020B0609020204030204" pitchFamily="49" charset="0"/>
                  </a:rPr>
                  <a:t>Nhap</a:t>
                </a:r>
                <a:r>
                  <a:rPr lang="vi-VN" sz="1200" b="0" dirty="0">
                    <a:solidFill>
                      <a:srgbClr val="22AA44"/>
                    </a:solidFill>
                    <a:effectLst/>
                    <a:latin typeface="Consolas" panose="020B0609020204030204" pitchFamily="49" charset="0"/>
                  </a:rPr>
                  <a:t> n: "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cin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&gt;&gt;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n;</a:t>
                </a:r>
              </a:p>
              <a:p>
                <a:b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for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(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int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i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=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F280D0"/>
                    </a:solidFill>
                    <a:effectLst/>
                    <a:latin typeface="Consolas" panose="020B0609020204030204" pitchFamily="49" charset="0"/>
                  </a:rPr>
                  <a:t>1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 i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&lt;=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n; i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++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) {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int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sum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=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F280D0"/>
                    </a:solidFill>
                    <a:effectLst/>
                    <a:latin typeface="Consolas" panose="020B0609020204030204" pitchFamily="49" charset="0"/>
                  </a:rPr>
                  <a:t>0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int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temp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=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i;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while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(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temp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&gt;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F280D0"/>
                    </a:solidFill>
                    <a:effectLst/>
                    <a:latin typeface="Consolas" panose="020B0609020204030204" pitchFamily="49" charset="0"/>
                  </a:rPr>
                  <a:t>0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) {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   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int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digit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=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temp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%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F280D0"/>
                    </a:solidFill>
                    <a:effectLst/>
                    <a:latin typeface="Consolas" panose="020B0609020204030204" pitchFamily="49" charset="0"/>
                  </a:rPr>
                  <a:t>10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   sum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+=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digit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*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digit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*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digit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   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temp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/=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F280D0"/>
                    </a:solidFill>
                    <a:effectLst/>
                    <a:latin typeface="Consolas" panose="020B0609020204030204" pitchFamily="49" charset="0"/>
                  </a:rPr>
                  <a:t>10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}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if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(sum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==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i) {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   </a:t>
                </a:r>
                <a:r>
                  <a:rPr lang="vi-VN" sz="1200" b="0" dirty="0" err="1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cout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&lt;&lt;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i </a:t>
                </a:r>
                <a:r>
                  <a:rPr lang="vi-VN" sz="1200" b="0" dirty="0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&lt;&lt;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22AA44"/>
                    </a:solidFill>
                    <a:effectLst/>
                    <a:latin typeface="Consolas" panose="020B0609020204030204" pitchFamily="49" charset="0"/>
                  </a:rPr>
                  <a:t>" "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   }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}</a:t>
                </a:r>
              </a:p>
              <a:p>
                <a:b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   </a:t>
                </a:r>
                <a:r>
                  <a:rPr lang="vi-VN" sz="1200" b="0" dirty="0" err="1">
                    <a:solidFill>
                      <a:srgbClr val="225588"/>
                    </a:solidFill>
                    <a:effectLst/>
                    <a:latin typeface="Consolas" panose="020B0609020204030204" pitchFamily="49" charset="0"/>
                  </a:rPr>
                  <a:t>return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vi-VN" sz="1200" b="0" dirty="0">
                    <a:solidFill>
                      <a:srgbClr val="F280D0"/>
                    </a:solidFill>
                    <a:effectLst/>
                    <a:latin typeface="Consolas" panose="020B0609020204030204" pitchFamily="49" charset="0"/>
                  </a:rPr>
                  <a:t>0</a:t>
                </a:r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vi-VN" sz="1200" b="0" dirty="0">
                    <a:solidFill>
                      <a:srgbClr val="6688CC"/>
                    </a:solidFill>
                    <a:effectLst/>
                    <a:latin typeface="Consolas" panose="020B0609020204030204" pitchFamily="49" charset="0"/>
                  </a:rPr>
                  <a:t>}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A161B9-E318-B42B-D011-F0075D1CF638}"/>
                </a:ext>
              </a:extLst>
            </p:cNvPr>
            <p:cNvGrpSpPr/>
            <p:nvPr/>
          </p:nvGrpSpPr>
          <p:grpSpPr>
            <a:xfrm>
              <a:off x="3296067" y="2244441"/>
              <a:ext cx="429261" cy="93345"/>
              <a:chOff x="0" y="0"/>
              <a:chExt cx="429712" cy="93954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4314837-D01C-8AC3-292F-700681515B01}"/>
                  </a:ext>
                </a:extLst>
              </p:cNvPr>
              <p:cNvSpPr/>
              <p:nvPr/>
            </p:nvSpPr>
            <p:spPr>
              <a:xfrm>
                <a:off x="0" y="0"/>
                <a:ext cx="95278" cy="9395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vi-VN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4F63D3B-6A9E-C20F-B951-473104474383}"/>
                  </a:ext>
                </a:extLst>
              </p:cNvPr>
              <p:cNvSpPr/>
              <p:nvPr/>
            </p:nvSpPr>
            <p:spPr>
              <a:xfrm>
                <a:off x="169334" y="0"/>
                <a:ext cx="95278" cy="93954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vi-VN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6590FD3-B6BB-FB91-B88C-13EAED73DF81}"/>
                  </a:ext>
                </a:extLst>
              </p:cNvPr>
              <p:cNvSpPr/>
              <p:nvPr/>
            </p:nvSpPr>
            <p:spPr>
              <a:xfrm>
                <a:off x="334434" y="0"/>
                <a:ext cx="95278" cy="9395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vi-V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0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40A5508A-903F-38B5-B0AD-C18B62475402}"/>
              </a:ext>
            </a:extLst>
          </p:cNvPr>
          <p:cNvGrpSpPr/>
          <p:nvPr/>
        </p:nvGrpSpPr>
        <p:grpSpPr>
          <a:xfrm>
            <a:off x="2558778" y="969282"/>
            <a:ext cx="6687151" cy="4349750"/>
            <a:chOff x="2206444" y="1254125"/>
            <a:chExt cx="6687151" cy="434975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E9E0FB7-17E4-E86E-87D4-4C1A3056364E}"/>
                </a:ext>
              </a:extLst>
            </p:cNvPr>
            <p:cNvGrpSpPr/>
            <p:nvPr/>
          </p:nvGrpSpPr>
          <p:grpSpPr>
            <a:xfrm>
              <a:off x="2206444" y="1254125"/>
              <a:ext cx="6687151" cy="4349750"/>
              <a:chOff x="2562044" y="1172483"/>
              <a:chExt cx="6687151" cy="434975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87A6D7E-B190-1B97-6EE5-CB28CEF99715}"/>
                  </a:ext>
                </a:extLst>
              </p:cNvPr>
              <p:cNvGrpSpPr/>
              <p:nvPr/>
            </p:nvGrpSpPr>
            <p:grpSpPr>
              <a:xfrm>
                <a:off x="2562044" y="1172483"/>
                <a:ext cx="6687151" cy="4349750"/>
                <a:chOff x="2562044" y="1172483"/>
                <a:chExt cx="6687151" cy="4349750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62A31C09-4487-86E7-22A9-2A0EEE2F1C4D}"/>
                    </a:ext>
                  </a:extLst>
                </p:cNvPr>
                <p:cNvGrpSpPr/>
                <p:nvPr/>
              </p:nvGrpSpPr>
              <p:grpSpPr>
                <a:xfrm>
                  <a:off x="2562044" y="1172483"/>
                  <a:ext cx="6687151" cy="4349750"/>
                  <a:chOff x="0" y="0"/>
                  <a:chExt cx="6687151" cy="4349750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798460F0-BE00-3EE4-20BE-EA4D6E27EC50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6687151" cy="4349750"/>
                    <a:chOff x="-35172" y="0"/>
                    <a:chExt cx="6687677" cy="4349750"/>
                  </a:xfrm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FA276ED5-878D-3ED7-0B2E-DF4D4AFB2A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35172" y="0"/>
                      <a:ext cx="4563068" cy="4349750"/>
                      <a:chOff x="-408884" y="0"/>
                      <a:chExt cx="4563068" cy="4349750"/>
                    </a:xfrm>
                  </p:grpSpPr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:a16="http://schemas.microsoft.com/office/drawing/2014/main" id="{A430549D-2204-D40D-BC1D-3A7D1D8D70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2284" y="0"/>
                        <a:ext cx="2501900" cy="43497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6699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vi-VN"/>
                      </a:p>
                    </p:txBody>
                  </p:sp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AEDF9EAF-5C71-C9CF-DD20-0BE5CACD05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-408884" y="158566"/>
                        <a:ext cx="4415480" cy="3121258"/>
                        <a:chOff x="-408884" y="0"/>
                        <a:chExt cx="4415480" cy="3121258"/>
                      </a:xfrm>
                    </p:grpSpPr>
                    <p:sp>
                      <p:nvSpPr>
                        <p:cNvPr id="25" name="Rectangle 24">
                          <a:extLst>
                            <a:ext uri="{FF2B5EF4-FFF2-40B4-BE49-F238E27FC236}">
                              <a16:creationId xmlns:a16="http://schemas.microsoft.com/office/drawing/2014/main" id="{2506EBDA-8868-EA98-EF02-29F0493074E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00109" y="0"/>
                          <a:ext cx="2206487" cy="3121258"/>
                        </a:xfrm>
                        <a:prstGeom prst="rect">
                          <a:avLst/>
                        </a:prstGeom>
                        <a:solidFill>
                          <a:srgbClr val="006699"/>
                        </a:solidFill>
                        <a:ln w="28575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vi-VN" dirty="0"/>
                        </a:p>
                      </p:txBody>
                    </p:sp>
                    <p:sp>
                      <p:nvSpPr>
                        <p:cNvPr id="26" name="Oval 25">
                          <a:extLst>
                            <a:ext uri="{FF2B5EF4-FFF2-40B4-BE49-F238E27FC236}">
                              <a16:creationId xmlns:a16="http://schemas.microsoft.com/office/drawing/2014/main" id="{772D48DC-746D-AC81-D9E6-DC5433356D3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408884" y="1467816"/>
                          <a:ext cx="1200647" cy="844063"/>
                        </a:xfrm>
                        <a:prstGeom prst="ellipse">
                          <a:avLst/>
                        </a:prstGeom>
                        <a:solidFill>
                          <a:schemeClr val="accent6">
                            <a:lumMod val="50000"/>
                          </a:schemeClr>
                        </a:solidFill>
                        <a:ln w="28575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 dirty="0">
                              <a:latin typeface="Palatino Linotype" panose="02040502050505030304" pitchFamily="18" charset="0"/>
                              <a:cs typeface="Times New Roman" panose="02020603050405020304" pitchFamily="18" charset="0"/>
                            </a:rPr>
                            <a:t>Input</a:t>
                          </a:r>
                          <a:br>
                            <a:rPr lang="en-US" sz="1400" dirty="0">
                              <a:latin typeface="Palatino Linotype" panose="0204050205050503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US" sz="1400" dirty="0">
                              <a:latin typeface="Palatino Linotype" panose="02040502050505030304" pitchFamily="18" charset="0"/>
                              <a:cs typeface="Times New Roman" panose="02020603050405020304" pitchFamily="18" charset="0"/>
                            </a:rPr>
                            <a:t>device</a:t>
                          </a:r>
                          <a:endParaRPr lang="vi-VN" sz="1400" dirty="0">
                            <a:latin typeface="Palatino Linotype" panose="0204050205050503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9910F1F8-173F-3D40-1C10-C739D470C2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950" y="1626381"/>
                      <a:ext cx="1200555" cy="844063"/>
                    </a:xfrm>
                    <a:prstGeom prst="ellipse">
                      <a:avLst/>
                    </a:prstGeom>
                    <a:solidFill>
                      <a:schemeClr val="accent6">
                        <a:lumMod val="50000"/>
                      </a:schemeClr>
                    </a:solidFill>
                    <a:ln w="28575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br>
                        <a:rPr lang="en-US" sz="1400" dirty="0"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device</a:t>
                      </a:r>
                      <a:endParaRPr lang="vi-VN" sz="14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0216897A-2C54-0123-819F-8C12E5AB9913}"/>
                      </a:ext>
                    </a:extLst>
                  </p:cNvPr>
                  <p:cNvSpPr/>
                  <p:nvPr/>
                </p:nvSpPr>
                <p:spPr>
                  <a:xfrm>
                    <a:off x="2377368" y="935562"/>
                    <a:ext cx="1861471" cy="615560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285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Arithmetic/logic unit</a:t>
                    </a:r>
                    <a:endParaRPr lang="vi-VN" sz="1000" dirty="0">
                      <a:latin typeface="Palatino Linotype" panose="0204050205050503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(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Đơn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vị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logic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số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học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vi-VN" sz="1000" dirty="0">
                      <a:latin typeface="Palatino Linotype" panose="0204050205050503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C25C4563-577C-937F-0EDA-D107E9FB4BBC}"/>
                      </a:ext>
                    </a:extLst>
                  </p:cNvPr>
                  <p:cNvSpPr/>
                  <p:nvPr/>
                </p:nvSpPr>
                <p:spPr>
                  <a:xfrm>
                    <a:off x="2377368" y="2567354"/>
                    <a:ext cx="1861471" cy="615560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285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Control unit</a:t>
                    </a:r>
                    <a:endParaRPr lang="vi-VN" sz="1000" dirty="0">
                      <a:latin typeface="Palatino Linotype" panose="0204050205050503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(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Bộ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điều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khiển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vi-VN" sz="1000" dirty="0">
                      <a:latin typeface="Palatino Linotype" panose="0204050205050503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0F7EC2EC-71A3-275D-AA43-ADDE375C9BD2}"/>
                      </a:ext>
                    </a:extLst>
                  </p:cNvPr>
                  <p:cNvSpPr/>
                  <p:nvPr/>
                </p:nvSpPr>
                <p:spPr>
                  <a:xfrm>
                    <a:off x="2377368" y="3697968"/>
                    <a:ext cx="1861471" cy="598088"/>
                  </a:xfrm>
                  <a:prstGeom prst="rect">
                    <a:avLst/>
                  </a:prstGeom>
                  <a:solidFill>
                    <a:srgbClr val="0094C8"/>
                  </a:solidFill>
                  <a:ln w="285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vi-VN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M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emory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unit</a:t>
                    </a:r>
                    <a:endParaRPr lang="vi-VN" sz="1000" dirty="0">
                      <a:latin typeface="Palatino Linotype" panose="0204050205050503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( </a:t>
                    </a:r>
                    <a:r>
                      <a:rPr lang="vi-VN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Đ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ơn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vị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bộ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nhớ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vi-VN" sz="1000" dirty="0">
                      <a:latin typeface="Palatino Linotype" panose="0204050205050503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7B469C50-5E46-54AE-AD9C-40DDA9DD0933}"/>
                      </a:ext>
                    </a:extLst>
                  </p:cNvPr>
                  <p:cNvSpPr/>
                  <p:nvPr/>
                </p:nvSpPr>
                <p:spPr>
                  <a:xfrm>
                    <a:off x="2313183" y="158566"/>
                    <a:ext cx="1989843" cy="615560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Central processing unit</a:t>
                    </a:r>
                    <a:endParaRPr lang="vi-VN" sz="1000" dirty="0">
                      <a:latin typeface="Palatino Linotype" panose="0204050205050503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(</a:t>
                    </a:r>
                    <a:r>
                      <a:rPr lang="vi-VN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Đ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ơn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vị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xử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lý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trung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000" dirty="0" err="1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tâm</a:t>
                    </a:r>
                    <a:r>
                      <a:rPr lang="en-US" sz="1000" dirty="0">
                        <a:latin typeface="Palatino Linotype" panose="0204050205050503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vi-VN" sz="1000" dirty="0">
                      <a:latin typeface="Palatino Linotype" panose="0204050205050503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7CC9AAE2-2B43-A959-9076-8905FB32A1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92775" y="4402464"/>
                  <a:ext cx="0" cy="418143"/>
                </a:xfrm>
                <a:prstGeom prst="straightConnector1">
                  <a:avLst/>
                </a:prstGeom>
                <a:ln w="25400">
                  <a:solidFill>
                    <a:srgbClr val="0094C8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3D688430-E042-B5A2-BB6D-5602128B59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54725" y="4402464"/>
                  <a:ext cx="0" cy="418143"/>
                </a:xfrm>
                <a:prstGeom prst="straightConnector1">
                  <a:avLst/>
                </a:prstGeom>
                <a:ln w="25400">
                  <a:solidFill>
                    <a:srgbClr val="0094C8"/>
                  </a:solidFill>
                  <a:headEnd type="stealt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EB35CA9-3806-B1ED-6238-C0DD96C93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90950" y="3234592"/>
                  <a:ext cx="796925" cy="0"/>
                </a:xfrm>
                <a:prstGeom prst="straightConnector1">
                  <a:avLst/>
                </a:prstGeom>
                <a:ln w="25400">
                  <a:solidFill>
                    <a:schemeClr val="accent6">
                      <a:lumMod val="50000"/>
                    </a:schemeClr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0A619571-5208-4350-FA9B-764263268C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78369" y="2753952"/>
                  <a:ext cx="0" cy="959395"/>
                </a:xfrm>
                <a:prstGeom prst="straightConnector1">
                  <a:avLst/>
                </a:prstGeom>
                <a:ln w="38100">
                  <a:solidFill>
                    <a:schemeClr val="accent2">
                      <a:lumMod val="75000"/>
                    </a:schemeClr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F551844-59EC-804F-C90D-476352554B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88281" y="3234592"/>
                <a:ext cx="796925" cy="0"/>
              </a:xfrm>
              <a:prstGeom prst="straightConnector1">
                <a:avLst/>
              </a:prstGeom>
              <a:ln w="25400">
                <a:solidFill>
                  <a:schemeClr val="accent6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B8FE1A9-8137-F294-B56C-4660A12F2ACF}"/>
                </a:ext>
              </a:extLst>
            </p:cNvPr>
            <p:cNvSpPr/>
            <p:nvPr/>
          </p:nvSpPr>
          <p:spPr>
            <a:xfrm>
              <a:off x="4712357" y="3061428"/>
              <a:ext cx="1604380" cy="497871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00" dirty="0">
                  <a:latin typeface="Palatino Linotype" panose="02040502050505030304" pitchFamily="18" charset="0"/>
                  <a:cs typeface="Times New Roman" panose="02020603050405020304" pitchFamily="18" charset="0"/>
                </a:rPr>
                <a:t>Registers</a:t>
              </a:r>
              <a:br>
                <a:rPr lang="en-US" sz="1000" dirty="0">
                  <a:latin typeface="Palatino Linotype" panose="02040502050505030304" pitchFamily="18" charset="0"/>
                  <a:cs typeface="Times New Roman" panose="02020603050405020304" pitchFamily="18" charset="0"/>
                </a:rPr>
              </a:br>
              <a:r>
                <a:rPr lang="en-US" sz="1000" dirty="0">
                  <a:latin typeface="Palatino Linotype" panose="02040502050505030304" pitchFamily="18" charset="0"/>
                  <a:cs typeface="Times New Roman" panose="02020603050405020304" pitchFamily="18" charset="0"/>
                </a:rPr>
                <a:t>(Thanh </a:t>
              </a:r>
              <a:r>
                <a:rPr lang="en-US" sz="1000" dirty="0" err="1">
                  <a:latin typeface="Palatino Linotype" panose="02040502050505030304" pitchFamily="18" charset="0"/>
                  <a:cs typeface="Times New Roman" panose="02020603050405020304" pitchFamily="18" charset="0"/>
                </a:rPr>
                <a:t>ghi</a:t>
              </a:r>
              <a:r>
                <a:rPr lang="en-US" sz="1000" dirty="0">
                  <a:latin typeface="Palatino Linotype" panose="02040502050505030304" pitchFamily="18" charset="0"/>
                  <a:cs typeface="Times New Roman" panose="02020603050405020304" pitchFamily="18" charset="0"/>
                </a:rPr>
                <a:t>)</a:t>
              </a:r>
              <a:endParaRPr lang="vi-VN" sz="1000" dirty="0">
                <a:latin typeface="Palatino Linotype" panose="0204050205050503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7838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26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536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Consolas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viet cao</dc:creator>
  <cp:lastModifiedBy>viet cao</cp:lastModifiedBy>
  <cp:revision>16</cp:revision>
  <dcterms:created xsi:type="dcterms:W3CDTF">2023-01-01T03:57:00Z</dcterms:created>
  <dcterms:modified xsi:type="dcterms:W3CDTF">2023-04-13T17:42:22Z</dcterms:modified>
</cp:coreProperties>
</file>