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C86A-C491-7AFB-280B-FCFDDCE5B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CB25A-B2AA-D3B9-62AC-E4C7DD3F4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7B1F-5AD4-44DD-83D0-58D16A6B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8BF2F-028B-FD38-6952-7A927C8C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AA388-700A-E4FF-7502-A8653FAB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40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B9AB-1595-490B-F4FB-EEDC9835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C15C-56A5-305D-5865-16DC0C787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A19F9-2AA8-6A89-80CA-E6DC600D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F76E4-4837-49B7-BEBA-DF76D4AF7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63CA5-8DA8-1A37-35DD-24C02740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6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D949-A8F6-A2B4-50DA-F5CA2A3A6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C9353-3109-208C-F99C-0EBB30A17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C4B58-98A6-F057-6D42-9887B552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AD798-E5B8-A971-C2A4-5B13DC96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A25AA-A2A4-C63C-AC2C-DC74C82B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3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1F581-440A-3D0D-A986-68A00168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34BF-C23E-E29E-F077-6412BA6D0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330DF-C41C-C29B-0697-25EDA6CE5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2E730-A301-AA49-6BD9-9304CBFC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1FE7A-1B15-DF3A-F5B1-679946B5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0A4C2-6A75-D287-4E9D-7E82EA73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9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11FD-A4EF-A30D-A3FD-5FF897C8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BEDC1-6138-3274-AC9D-AD24A4CF2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8A7FB-730E-63AB-46BA-AC520C862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346D0-C75D-ABA3-CFA0-133788BC3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68E54-6366-CB18-6C08-D6E27752B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776002-BA05-C121-E2CF-7530211A3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C327F-A4CE-ED21-FE3A-826B4DC6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523A4-DBFA-474E-223A-8DA5B4F5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786F-E8C8-DF62-031C-B6FFA2CF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B857E-9CFF-E425-9537-D3CE5E64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7C01A-9B93-DDF1-D93A-143A6BE50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9692E-0555-A5E2-C133-CD3F40E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0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5F9AD6-3BD1-4543-C287-941E6006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FAA490-2211-F898-4920-0915ED222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CE763-332E-8EEA-CA88-95ACAF6B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6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9D9D-8C73-D274-04E6-B660091C8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F0752-55FF-7DC9-7E0A-D8DC6B7DD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E3B92-8EC7-4AC1-6DC7-3D861BA21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F9D2A-8581-A76C-FC59-2551B4B0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0C9D2-673E-C126-F003-4BAA1C0C9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B0C71-CB91-9846-F658-1D130E4C0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030A2-7C88-34B4-53D6-EFE0DFF8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024A55-9634-1FC6-6204-692644BF5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F510C-33A3-11EB-4724-ED20879A5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D7E89-4157-C2A7-D6CF-924EB7AD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95D2F-3625-D934-D32B-999B50E6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41289-ABC4-9833-44B5-7B1D4AB7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87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6445-7438-98BA-44E6-AD0B0C71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CA70E-BCA2-9379-CDDF-E4182E947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318F5-2E77-0232-141B-5A4A89F5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A039A-641C-D51C-EF5A-6821EAA7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D36BD-6D7D-3330-9B9D-5460D154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4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E2B08D-BF01-1BD6-5A99-B32E4BD88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828D1-A91A-72CF-B55E-EE9F417F2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17790-1369-94D6-00B0-94D547334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9BC8F-B0B0-9231-E345-F1B7BE2B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B36D-960A-AB24-11DF-860996D3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4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A8843-7A97-8526-36EC-A72A821F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0B9E7-99CC-B9E7-94FF-9EA02FB3F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2D425-5459-1782-CEBB-9B1C9E5DD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8CB07-1D66-4EED-940E-009EDA0CE4AE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FA53E-F9B4-00D4-D09E-3709B2655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BCB95-5967-0331-D62A-5B5C584CF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79267-ED8D-4920-9689-3C3B72DBC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5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170E-285D-AD1F-7CD2-E66BDA2656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32A39-BCB9-CFB0-F339-E1EEFC857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23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viet cao</dc:creator>
  <cp:lastModifiedBy>viet cao</cp:lastModifiedBy>
  <cp:revision>1</cp:revision>
  <dcterms:created xsi:type="dcterms:W3CDTF">2025-10-30T12:01:27Z</dcterms:created>
  <dcterms:modified xsi:type="dcterms:W3CDTF">2025-10-30T12:01:31Z</dcterms:modified>
</cp:coreProperties>
</file>